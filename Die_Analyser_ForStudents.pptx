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19"/>
  </p:notesMasterIdLst>
  <p:sldIdLst>
    <p:sldId id="256" r:id="rId7"/>
    <p:sldId id="288" r:id="rId8"/>
    <p:sldId id="299" r:id="rId9"/>
    <p:sldId id="278" r:id="rId10"/>
    <p:sldId id="282" r:id="rId11"/>
    <p:sldId id="285" r:id="rId12"/>
    <p:sldId id="287" r:id="rId13"/>
    <p:sldId id="289" r:id="rId14"/>
    <p:sldId id="292" r:id="rId15"/>
    <p:sldId id="276" r:id="rId16"/>
    <p:sldId id="295" r:id="rId17"/>
    <p:sldId id="3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E31AAD-29C3-4982-814F-F1735605AD49}">
          <p14:sldIdLst/>
        </p14:section>
        <p14:section name="Default Section" id="{EDBB92F5-D795-477E-A0B8-9F739857D40D}">
          <p14:sldIdLst>
            <p14:sldId id="256"/>
            <p14:sldId id="288"/>
            <p14:sldId id="299"/>
            <p14:sldId id="278"/>
            <p14:sldId id="282"/>
            <p14:sldId id="285"/>
            <p14:sldId id="287"/>
            <p14:sldId id="289"/>
            <p14:sldId id="292"/>
            <p14:sldId id="276"/>
            <p14:sldId id="295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98032F-1768-0848-8DD2-3B59A04F6AE9}" name="Sukumar, Krithika" initials="KS" userId="S::krithika.sukumar@kla.com::718c2452-1a62-4001-83a5-c34c9e2f53f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0C194-1809-4215-A714-07F856F17ABE}" v="3" dt="2025-07-23T11:18:47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88" y="2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kumar, Krithika" userId="718c2452-1a62-4001-83a5-c34c9e2f53f4" providerId="ADAL" clId="{F2A0C194-1809-4215-A714-07F856F17ABE}"/>
    <pc:docChg chg="undo custSel addSld delSld modSld sldOrd addSection delSection modSection">
      <pc:chgData name="Sukumar, Krithika" userId="718c2452-1a62-4001-83a5-c34c9e2f53f4" providerId="ADAL" clId="{F2A0C194-1809-4215-A714-07F856F17ABE}" dt="2025-07-23T11:19:02.155" v="7"/>
      <pc:docMkLst>
        <pc:docMk/>
      </pc:docMkLst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19315032" sldId="256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1530831690" sldId="276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2159538534" sldId="278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3720902644" sldId="282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4227235225" sldId="285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3776609665" sldId="287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3492269951" sldId="288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432130489" sldId="289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711300480" sldId="292"/>
        </pc:sldMkLst>
      </pc:sldChg>
      <pc:sldChg chg="add del ord">
        <pc:chgData name="Sukumar, Krithika" userId="718c2452-1a62-4001-83a5-c34c9e2f53f4" providerId="ADAL" clId="{F2A0C194-1809-4215-A714-07F856F17ABE}" dt="2025-07-23T11:19:02.155" v="7"/>
        <pc:sldMkLst>
          <pc:docMk/>
          <pc:sldMk cId="3890660606" sldId="295"/>
        </pc:sldMkLst>
      </pc:sldChg>
      <pc:sldChg chg="add del">
        <pc:chgData name="Sukumar, Krithika" userId="718c2452-1a62-4001-83a5-c34c9e2f53f4" providerId="ADAL" clId="{F2A0C194-1809-4215-A714-07F856F17ABE}" dt="2025-07-23T11:18:45.480" v="4" actId="47"/>
        <pc:sldMkLst>
          <pc:docMk/>
          <pc:sldMk cId="3522246117" sldId="296"/>
        </pc:sldMkLst>
      </pc:sldChg>
      <pc:sldChg chg="add del">
        <pc:chgData name="Sukumar, Krithika" userId="718c2452-1a62-4001-83a5-c34c9e2f53f4" providerId="ADAL" clId="{F2A0C194-1809-4215-A714-07F856F17ABE}" dt="2025-07-23T11:18:47.095" v="5"/>
        <pc:sldMkLst>
          <pc:docMk/>
          <pc:sldMk cId="2369974100" sldId="299"/>
        </pc:sldMkLst>
      </pc:sldChg>
      <pc:sldChg chg="add del">
        <pc:chgData name="Sukumar, Krithika" userId="718c2452-1a62-4001-83a5-c34c9e2f53f4" providerId="ADAL" clId="{F2A0C194-1809-4215-A714-07F856F17ABE}" dt="2025-07-23T11:18:37.371" v="3" actId="47"/>
        <pc:sldMkLst>
          <pc:docMk/>
          <pc:sldMk cId="1439712610" sldId="30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A4292D-80C2-4605-9DBE-EFCF017A84BF}" type="doc">
      <dgm:prSet loTypeId="urn:microsoft.com/office/officeart/2016/7/layout/VerticalDownArrowProcess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0FF6D61-ACFF-4B4D-AFF8-2B645991013A}">
      <dgm:prSet/>
      <dgm:spPr/>
      <dgm:t>
        <a:bodyPr/>
        <a:lstStyle/>
        <a:p>
          <a:r>
            <a:rPr lang="en-US"/>
            <a:t>Create</a:t>
          </a:r>
        </a:p>
      </dgm:t>
    </dgm:pt>
    <dgm:pt modelId="{5744D16E-7AC5-4461-9702-D028D3585908}" type="parTrans" cxnId="{C896AEA9-A223-4664-9E46-23BF01DC985B}">
      <dgm:prSet/>
      <dgm:spPr/>
      <dgm:t>
        <a:bodyPr/>
        <a:lstStyle/>
        <a:p>
          <a:endParaRPr lang="en-US"/>
        </a:p>
      </dgm:t>
    </dgm:pt>
    <dgm:pt modelId="{2336E1E0-ED38-4041-B367-64780049660B}" type="sibTrans" cxnId="{C896AEA9-A223-4664-9E46-23BF01DC985B}">
      <dgm:prSet/>
      <dgm:spPr/>
      <dgm:t>
        <a:bodyPr/>
        <a:lstStyle/>
        <a:p>
          <a:endParaRPr lang="en-US"/>
        </a:p>
      </dgm:t>
    </dgm:pt>
    <dgm:pt modelId="{966694DC-AE2E-46C3-85A5-DC2AFC041970}">
      <dgm:prSet/>
      <dgm:spPr/>
      <dgm:t>
        <a:bodyPr/>
        <a:lstStyle/>
        <a:p>
          <a:r>
            <a:rPr lang="en-US"/>
            <a:t>Create a zip of all the result files</a:t>
          </a:r>
        </a:p>
      </dgm:t>
    </dgm:pt>
    <dgm:pt modelId="{DF5F65A5-B2A4-4B84-B42D-73162BF0A4DE}" type="parTrans" cxnId="{760E6323-4B8C-4601-87E3-E40E0E0FD3FB}">
      <dgm:prSet/>
      <dgm:spPr/>
      <dgm:t>
        <a:bodyPr/>
        <a:lstStyle/>
        <a:p>
          <a:endParaRPr lang="en-US"/>
        </a:p>
      </dgm:t>
    </dgm:pt>
    <dgm:pt modelId="{AC9CFCE8-9F0E-4E7D-A10F-0D9BD72089D9}" type="sibTrans" cxnId="{760E6323-4B8C-4601-87E3-E40E0E0FD3FB}">
      <dgm:prSet/>
      <dgm:spPr/>
      <dgm:t>
        <a:bodyPr/>
        <a:lstStyle/>
        <a:p>
          <a:endParaRPr lang="en-US"/>
        </a:p>
      </dgm:t>
    </dgm:pt>
    <dgm:pt modelId="{682B23CD-B5AD-4084-AE7D-ACF8E424677B}">
      <dgm:prSet/>
      <dgm:spPr/>
      <dgm:t>
        <a:bodyPr/>
        <a:lstStyle/>
        <a:p>
          <a:r>
            <a:rPr lang="en-US"/>
            <a:t>Launch</a:t>
          </a:r>
        </a:p>
      </dgm:t>
    </dgm:pt>
    <dgm:pt modelId="{23AAB529-FC06-4682-94E2-C2146A1FD20E}" type="parTrans" cxnId="{A3AEB1C1-6403-4004-A1C1-0485D15D25AA}">
      <dgm:prSet/>
      <dgm:spPr/>
      <dgm:t>
        <a:bodyPr/>
        <a:lstStyle/>
        <a:p>
          <a:endParaRPr lang="en-US"/>
        </a:p>
      </dgm:t>
    </dgm:pt>
    <dgm:pt modelId="{A2F7E5B6-F6AD-4977-8C9E-4CC02D812492}" type="sibTrans" cxnId="{A3AEB1C1-6403-4004-A1C1-0485D15D25AA}">
      <dgm:prSet/>
      <dgm:spPr/>
      <dgm:t>
        <a:bodyPr/>
        <a:lstStyle/>
        <a:p>
          <a:endParaRPr lang="en-US"/>
        </a:p>
      </dgm:t>
    </dgm:pt>
    <dgm:pt modelId="{80530561-8BB1-44F3-BB25-3A1A20435D36}">
      <dgm:prSet/>
      <dgm:spPr/>
      <dgm:t>
        <a:bodyPr/>
        <a:lstStyle/>
        <a:p>
          <a:r>
            <a:rPr lang="en-US"/>
            <a:t>Launch the DieAnalyzerValidator.exe</a:t>
          </a:r>
        </a:p>
      </dgm:t>
    </dgm:pt>
    <dgm:pt modelId="{AE8346A2-B0C3-4D90-9C59-A133C79149F1}" type="parTrans" cxnId="{F3DA2C8E-3659-4333-8B0E-DFB07513F974}">
      <dgm:prSet/>
      <dgm:spPr/>
      <dgm:t>
        <a:bodyPr/>
        <a:lstStyle/>
        <a:p>
          <a:endParaRPr lang="en-US"/>
        </a:p>
      </dgm:t>
    </dgm:pt>
    <dgm:pt modelId="{D56B0657-E8A9-437C-8635-21A476C1EC64}" type="sibTrans" cxnId="{F3DA2C8E-3659-4333-8B0E-DFB07513F974}">
      <dgm:prSet/>
      <dgm:spPr/>
      <dgm:t>
        <a:bodyPr/>
        <a:lstStyle/>
        <a:p>
          <a:endParaRPr lang="en-US"/>
        </a:p>
      </dgm:t>
    </dgm:pt>
    <dgm:pt modelId="{D0F8706A-3001-481E-9B13-F9F2EFF7E9E3}">
      <dgm:prSet/>
      <dgm:spPr/>
      <dgm:t>
        <a:bodyPr/>
        <a:lstStyle/>
        <a:p>
          <a:r>
            <a:rPr lang="en-US"/>
            <a:t>Choose</a:t>
          </a:r>
        </a:p>
      </dgm:t>
    </dgm:pt>
    <dgm:pt modelId="{64DC5C02-1CF0-4FFC-964C-699626BD07AB}" type="parTrans" cxnId="{AA34A810-7944-416F-B4B3-21BD0847DDF1}">
      <dgm:prSet/>
      <dgm:spPr/>
      <dgm:t>
        <a:bodyPr/>
        <a:lstStyle/>
        <a:p>
          <a:endParaRPr lang="en-US"/>
        </a:p>
      </dgm:t>
    </dgm:pt>
    <dgm:pt modelId="{11AAC3CE-D80D-42CD-9A23-5C3249DBA71F}" type="sibTrans" cxnId="{AA34A810-7944-416F-B4B3-21BD0847DDF1}">
      <dgm:prSet/>
      <dgm:spPr/>
      <dgm:t>
        <a:bodyPr/>
        <a:lstStyle/>
        <a:p>
          <a:endParaRPr lang="en-US"/>
        </a:p>
      </dgm:t>
    </dgm:pt>
    <dgm:pt modelId="{198135B7-BCC1-4E09-8ECE-6C61CFB7BDE2}">
      <dgm:prSet/>
      <dgm:spPr/>
      <dgm:t>
        <a:bodyPr/>
        <a:lstStyle/>
        <a:p>
          <a:r>
            <a:rPr lang="en-US"/>
            <a:t>Choose the .zip file path</a:t>
          </a:r>
        </a:p>
      </dgm:t>
    </dgm:pt>
    <dgm:pt modelId="{4B0D64F7-F9A1-43C9-9E31-83282C00C46A}" type="parTrans" cxnId="{CB300526-C494-4030-A6B2-DC7EDAC9358A}">
      <dgm:prSet/>
      <dgm:spPr/>
      <dgm:t>
        <a:bodyPr/>
        <a:lstStyle/>
        <a:p>
          <a:endParaRPr lang="en-US"/>
        </a:p>
      </dgm:t>
    </dgm:pt>
    <dgm:pt modelId="{437FA876-35A4-493A-BBB4-003FBDFE0A56}" type="sibTrans" cxnId="{CB300526-C494-4030-A6B2-DC7EDAC9358A}">
      <dgm:prSet/>
      <dgm:spPr/>
      <dgm:t>
        <a:bodyPr/>
        <a:lstStyle/>
        <a:p>
          <a:endParaRPr lang="en-US"/>
        </a:p>
      </dgm:t>
    </dgm:pt>
    <dgm:pt modelId="{A92BF310-27FE-41C1-93F2-A21307AC2043}">
      <dgm:prSet/>
      <dgm:spPr/>
      <dgm:t>
        <a:bodyPr/>
        <a:lstStyle/>
        <a:p>
          <a:r>
            <a:rPr lang="en-US"/>
            <a:t>Select</a:t>
          </a:r>
        </a:p>
      </dgm:t>
    </dgm:pt>
    <dgm:pt modelId="{676DCB1F-B67E-446C-BC33-A61CE6C46914}" type="parTrans" cxnId="{88920975-AF54-4582-B6DE-F1A3AAB4C3BA}">
      <dgm:prSet/>
      <dgm:spPr/>
      <dgm:t>
        <a:bodyPr/>
        <a:lstStyle/>
        <a:p>
          <a:endParaRPr lang="en-US"/>
        </a:p>
      </dgm:t>
    </dgm:pt>
    <dgm:pt modelId="{BDB46BDD-E695-4BE3-94BD-9CE085E198E7}" type="sibTrans" cxnId="{88920975-AF54-4582-B6DE-F1A3AAB4C3BA}">
      <dgm:prSet/>
      <dgm:spPr/>
      <dgm:t>
        <a:bodyPr/>
        <a:lstStyle/>
        <a:p>
          <a:endParaRPr lang="en-US"/>
        </a:p>
      </dgm:t>
    </dgm:pt>
    <dgm:pt modelId="{2AD3B20A-8AE4-428C-9A38-C1243FAEEEDC}">
      <dgm:prSet/>
      <dgm:spPr/>
      <dgm:t>
        <a:bodyPr/>
        <a:lstStyle/>
        <a:p>
          <a:r>
            <a:rPr lang="en-US"/>
            <a:t>Select milestone # in the drop down</a:t>
          </a:r>
        </a:p>
      </dgm:t>
    </dgm:pt>
    <dgm:pt modelId="{CCA2C4C6-8625-4897-B7C5-6E7846B12B38}" type="parTrans" cxnId="{6B1C2F0F-15D1-4986-A098-DAD5250F6D23}">
      <dgm:prSet/>
      <dgm:spPr/>
      <dgm:t>
        <a:bodyPr/>
        <a:lstStyle/>
        <a:p>
          <a:endParaRPr lang="en-US"/>
        </a:p>
      </dgm:t>
    </dgm:pt>
    <dgm:pt modelId="{487BE60B-8CCD-404E-8EDD-C0C25B437588}" type="sibTrans" cxnId="{6B1C2F0F-15D1-4986-A098-DAD5250F6D23}">
      <dgm:prSet/>
      <dgm:spPr/>
      <dgm:t>
        <a:bodyPr/>
        <a:lstStyle/>
        <a:p>
          <a:endParaRPr lang="en-US"/>
        </a:p>
      </dgm:t>
    </dgm:pt>
    <dgm:pt modelId="{101E6440-AD7E-463C-BB9E-A1BF58086668}">
      <dgm:prSet/>
      <dgm:spPr/>
      <dgm:t>
        <a:bodyPr/>
        <a:lstStyle/>
        <a:p>
          <a:r>
            <a:rPr lang="en-US"/>
            <a:t>Click</a:t>
          </a:r>
        </a:p>
      </dgm:t>
    </dgm:pt>
    <dgm:pt modelId="{A8932630-7C9B-42D1-8D66-00E0F2BE6E1E}" type="parTrans" cxnId="{19F478FE-D39A-4864-B0EB-1051DA937C64}">
      <dgm:prSet/>
      <dgm:spPr/>
      <dgm:t>
        <a:bodyPr/>
        <a:lstStyle/>
        <a:p>
          <a:endParaRPr lang="en-US"/>
        </a:p>
      </dgm:t>
    </dgm:pt>
    <dgm:pt modelId="{C7A36622-A79A-4989-8211-7ABC610C3395}" type="sibTrans" cxnId="{19F478FE-D39A-4864-B0EB-1051DA937C64}">
      <dgm:prSet/>
      <dgm:spPr/>
      <dgm:t>
        <a:bodyPr/>
        <a:lstStyle/>
        <a:p>
          <a:endParaRPr lang="en-US"/>
        </a:p>
      </dgm:t>
    </dgm:pt>
    <dgm:pt modelId="{A69F96AD-EE98-462B-8C32-16B8BF34E7AC}">
      <dgm:prSet/>
      <dgm:spPr/>
      <dgm:t>
        <a:bodyPr/>
        <a:lstStyle/>
        <a:p>
          <a:r>
            <a:rPr lang="en-US"/>
            <a:t>Click Validate</a:t>
          </a:r>
        </a:p>
      </dgm:t>
    </dgm:pt>
    <dgm:pt modelId="{6FB2FE89-95E0-4F5A-84C6-53EFF5886635}" type="parTrans" cxnId="{F31B2A8D-B429-4042-91AE-05094C750ACA}">
      <dgm:prSet/>
      <dgm:spPr/>
      <dgm:t>
        <a:bodyPr/>
        <a:lstStyle/>
        <a:p>
          <a:endParaRPr lang="en-US"/>
        </a:p>
      </dgm:t>
    </dgm:pt>
    <dgm:pt modelId="{E753D44D-0A7D-4CF4-8809-5B4A00EE1B23}" type="sibTrans" cxnId="{F31B2A8D-B429-4042-91AE-05094C750ACA}">
      <dgm:prSet/>
      <dgm:spPr/>
      <dgm:t>
        <a:bodyPr/>
        <a:lstStyle/>
        <a:p>
          <a:endParaRPr lang="en-US"/>
        </a:p>
      </dgm:t>
    </dgm:pt>
    <dgm:pt modelId="{A7D502B2-ADE0-436E-82AF-30BC26726109}" type="pres">
      <dgm:prSet presAssocID="{14A4292D-80C2-4605-9DBE-EFCF017A84BF}" presName="Name0" presStyleCnt="0">
        <dgm:presLayoutVars>
          <dgm:dir/>
          <dgm:animLvl val="lvl"/>
          <dgm:resizeHandles val="exact"/>
        </dgm:presLayoutVars>
      </dgm:prSet>
      <dgm:spPr/>
    </dgm:pt>
    <dgm:pt modelId="{8A5E0762-AB94-4337-9061-E2F1DC6A02F9}" type="pres">
      <dgm:prSet presAssocID="{101E6440-AD7E-463C-BB9E-A1BF58086668}" presName="boxAndChildren" presStyleCnt="0"/>
      <dgm:spPr/>
    </dgm:pt>
    <dgm:pt modelId="{5F10EE26-F07B-4AB2-A209-B68A20A6AD9B}" type="pres">
      <dgm:prSet presAssocID="{101E6440-AD7E-463C-BB9E-A1BF58086668}" presName="parentTextBox" presStyleLbl="alignNode1" presStyleIdx="0" presStyleCnt="5"/>
      <dgm:spPr/>
    </dgm:pt>
    <dgm:pt modelId="{C1A97E00-D89E-4723-842B-0B3BE2BA6438}" type="pres">
      <dgm:prSet presAssocID="{101E6440-AD7E-463C-BB9E-A1BF58086668}" presName="descendantBox" presStyleLbl="bgAccFollowNode1" presStyleIdx="0" presStyleCnt="5"/>
      <dgm:spPr/>
    </dgm:pt>
    <dgm:pt modelId="{404E68A2-47B9-479B-BE26-AAA4076772FB}" type="pres">
      <dgm:prSet presAssocID="{BDB46BDD-E695-4BE3-94BD-9CE085E198E7}" presName="sp" presStyleCnt="0"/>
      <dgm:spPr/>
    </dgm:pt>
    <dgm:pt modelId="{87FC77DC-E3AF-4117-9116-86A3D8181C64}" type="pres">
      <dgm:prSet presAssocID="{A92BF310-27FE-41C1-93F2-A21307AC2043}" presName="arrowAndChildren" presStyleCnt="0"/>
      <dgm:spPr/>
    </dgm:pt>
    <dgm:pt modelId="{9949E22B-2255-4C6A-BA09-31CAA553E465}" type="pres">
      <dgm:prSet presAssocID="{A92BF310-27FE-41C1-93F2-A21307AC2043}" presName="parentTextArrow" presStyleLbl="node1" presStyleIdx="0" presStyleCnt="0"/>
      <dgm:spPr/>
    </dgm:pt>
    <dgm:pt modelId="{DB376F1E-9B58-4561-83B3-B71DB7D33B27}" type="pres">
      <dgm:prSet presAssocID="{A92BF310-27FE-41C1-93F2-A21307AC2043}" presName="arrow" presStyleLbl="alignNode1" presStyleIdx="1" presStyleCnt="5"/>
      <dgm:spPr/>
    </dgm:pt>
    <dgm:pt modelId="{8539D00A-8C50-49BD-A5D4-F6F0AD98F505}" type="pres">
      <dgm:prSet presAssocID="{A92BF310-27FE-41C1-93F2-A21307AC2043}" presName="descendantArrow" presStyleLbl="bgAccFollowNode1" presStyleIdx="1" presStyleCnt="5"/>
      <dgm:spPr/>
    </dgm:pt>
    <dgm:pt modelId="{5C645D9A-CADB-4B86-9CE8-5ECEC9F91263}" type="pres">
      <dgm:prSet presAssocID="{11AAC3CE-D80D-42CD-9A23-5C3249DBA71F}" presName="sp" presStyleCnt="0"/>
      <dgm:spPr/>
    </dgm:pt>
    <dgm:pt modelId="{E5125C15-8B9B-4C7A-BD51-9CC722AE2B37}" type="pres">
      <dgm:prSet presAssocID="{D0F8706A-3001-481E-9B13-F9F2EFF7E9E3}" presName="arrowAndChildren" presStyleCnt="0"/>
      <dgm:spPr/>
    </dgm:pt>
    <dgm:pt modelId="{52B1EF4B-E0F6-4755-9CA4-0861680FFB1E}" type="pres">
      <dgm:prSet presAssocID="{D0F8706A-3001-481E-9B13-F9F2EFF7E9E3}" presName="parentTextArrow" presStyleLbl="node1" presStyleIdx="0" presStyleCnt="0"/>
      <dgm:spPr/>
    </dgm:pt>
    <dgm:pt modelId="{81145124-5777-452C-88F2-1EE9FFCBD1A5}" type="pres">
      <dgm:prSet presAssocID="{D0F8706A-3001-481E-9B13-F9F2EFF7E9E3}" presName="arrow" presStyleLbl="alignNode1" presStyleIdx="2" presStyleCnt="5"/>
      <dgm:spPr/>
    </dgm:pt>
    <dgm:pt modelId="{FBE03759-854C-4548-8C23-A81B8C2E82CF}" type="pres">
      <dgm:prSet presAssocID="{D0F8706A-3001-481E-9B13-F9F2EFF7E9E3}" presName="descendantArrow" presStyleLbl="bgAccFollowNode1" presStyleIdx="2" presStyleCnt="5"/>
      <dgm:spPr/>
    </dgm:pt>
    <dgm:pt modelId="{FCD68AA7-3B47-4FF4-8D9F-DAAEA3B902F5}" type="pres">
      <dgm:prSet presAssocID="{A2F7E5B6-F6AD-4977-8C9E-4CC02D812492}" presName="sp" presStyleCnt="0"/>
      <dgm:spPr/>
    </dgm:pt>
    <dgm:pt modelId="{1E87FAF4-AA1A-4AEB-A452-8ABA147731C4}" type="pres">
      <dgm:prSet presAssocID="{682B23CD-B5AD-4084-AE7D-ACF8E424677B}" presName="arrowAndChildren" presStyleCnt="0"/>
      <dgm:spPr/>
    </dgm:pt>
    <dgm:pt modelId="{312B2FFA-C0B3-4E64-8051-16E24C10FF19}" type="pres">
      <dgm:prSet presAssocID="{682B23CD-B5AD-4084-AE7D-ACF8E424677B}" presName="parentTextArrow" presStyleLbl="node1" presStyleIdx="0" presStyleCnt="0"/>
      <dgm:spPr/>
    </dgm:pt>
    <dgm:pt modelId="{B9D6F9B0-C965-4BC9-A993-BF37BDA74EAC}" type="pres">
      <dgm:prSet presAssocID="{682B23CD-B5AD-4084-AE7D-ACF8E424677B}" presName="arrow" presStyleLbl="alignNode1" presStyleIdx="3" presStyleCnt="5"/>
      <dgm:spPr/>
    </dgm:pt>
    <dgm:pt modelId="{C461A16B-57F2-4F9C-AC63-9E6F9D332857}" type="pres">
      <dgm:prSet presAssocID="{682B23CD-B5AD-4084-AE7D-ACF8E424677B}" presName="descendantArrow" presStyleLbl="bgAccFollowNode1" presStyleIdx="3" presStyleCnt="5"/>
      <dgm:spPr/>
    </dgm:pt>
    <dgm:pt modelId="{77351C0C-C61A-463B-B4E8-CCAE6AF76D15}" type="pres">
      <dgm:prSet presAssocID="{2336E1E0-ED38-4041-B367-64780049660B}" presName="sp" presStyleCnt="0"/>
      <dgm:spPr/>
    </dgm:pt>
    <dgm:pt modelId="{F855703C-5D1C-48BE-80C6-CC51AD34279B}" type="pres">
      <dgm:prSet presAssocID="{40FF6D61-ACFF-4B4D-AFF8-2B645991013A}" presName="arrowAndChildren" presStyleCnt="0"/>
      <dgm:spPr/>
    </dgm:pt>
    <dgm:pt modelId="{12D0DACA-D660-4D7A-BBD7-8C33DE3725F2}" type="pres">
      <dgm:prSet presAssocID="{40FF6D61-ACFF-4B4D-AFF8-2B645991013A}" presName="parentTextArrow" presStyleLbl="node1" presStyleIdx="0" presStyleCnt="0"/>
      <dgm:spPr/>
    </dgm:pt>
    <dgm:pt modelId="{7B931C6A-5000-44E9-90E8-3E842221CB5F}" type="pres">
      <dgm:prSet presAssocID="{40FF6D61-ACFF-4B4D-AFF8-2B645991013A}" presName="arrow" presStyleLbl="alignNode1" presStyleIdx="4" presStyleCnt="5"/>
      <dgm:spPr/>
    </dgm:pt>
    <dgm:pt modelId="{E20D0B0F-0A37-4938-AF67-B011FD4B9AA8}" type="pres">
      <dgm:prSet presAssocID="{40FF6D61-ACFF-4B4D-AFF8-2B645991013A}" presName="descendantArrow" presStyleLbl="bgAccFollowNode1" presStyleIdx="4" presStyleCnt="5"/>
      <dgm:spPr/>
    </dgm:pt>
  </dgm:ptLst>
  <dgm:cxnLst>
    <dgm:cxn modelId="{C731F400-5F59-4858-9B2F-FA35223008C3}" type="presOf" srcId="{14A4292D-80C2-4605-9DBE-EFCF017A84BF}" destId="{A7D502B2-ADE0-436E-82AF-30BC26726109}" srcOrd="0" destOrd="0" presId="urn:microsoft.com/office/officeart/2016/7/layout/VerticalDownArrowProcess"/>
    <dgm:cxn modelId="{6B1C2F0F-15D1-4986-A098-DAD5250F6D23}" srcId="{A92BF310-27FE-41C1-93F2-A21307AC2043}" destId="{2AD3B20A-8AE4-428C-9A38-C1243FAEEEDC}" srcOrd="0" destOrd="0" parTransId="{CCA2C4C6-8625-4897-B7C5-6E7846B12B38}" sibTransId="{487BE60B-8CCD-404E-8EDD-C0C25B437588}"/>
    <dgm:cxn modelId="{AA34A810-7944-416F-B4B3-21BD0847DDF1}" srcId="{14A4292D-80C2-4605-9DBE-EFCF017A84BF}" destId="{D0F8706A-3001-481E-9B13-F9F2EFF7E9E3}" srcOrd="2" destOrd="0" parTransId="{64DC5C02-1CF0-4FFC-964C-699626BD07AB}" sibTransId="{11AAC3CE-D80D-42CD-9A23-5C3249DBA71F}"/>
    <dgm:cxn modelId="{EFF0191F-0CAD-4FFC-A1AE-D16B4DC811B0}" type="presOf" srcId="{40FF6D61-ACFF-4B4D-AFF8-2B645991013A}" destId="{12D0DACA-D660-4D7A-BBD7-8C33DE3725F2}" srcOrd="0" destOrd="0" presId="urn:microsoft.com/office/officeart/2016/7/layout/VerticalDownArrowProcess"/>
    <dgm:cxn modelId="{760E6323-4B8C-4601-87E3-E40E0E0FD3FB}" srcId="{40FF6D61-ACFF-4B4D-AFF8-2B645991013A}" destId="{966694DC-AE2E-46C3-85A5-DC2AFC041970}" srcOrd="0" destOrd="0" parTransId="{DF5F65A5-B2A4-4B84-B42D-73162BF0A4DE}" sibTransId="{AC9CFCE8-9F0E-4E7D-A10F-0D9BD72089D9}"/>
    <dgm:cxn modelId="{CB300526-C494-4030-A6B2-DC7EDAC9358A}" srcId="{D0F8706A-3001-481E-9B13-F9F2EFF7E9E3}" destId="{198135B7-BCC1-4E09-8ECE-6C61CFB7BDE2}" srcOrd="0" destOrd="0" parTransId="{4B0D64F7-F9A1-43C9-9E31-83282C00C46A}" sibTransId="{437FA876-35A4-493A-BBB4-003FBDFE0A56}"/>
    <dgm:cxn modelId="{1E6C5D33-A74E-4C17-AE49-46A893CBCB7D}" type="presOf" srcId="{40FF6D61-ACFF-4B4D-AFF8-2B645991013A}" destId="{7B931C6A-5000-44E9-90E8-3E842221CB5F}" srcOrd="1" destOrd="0" presId="urn:microsoft.com/office/officeart/2016/7/layout/VerticalDownArrowProcess"/>
    <dgm:cxn modelId="{B143B165-8D36-407B-BC24-3BBE03BF2D22}" type="presOf" srcId="{2AD3B20A-8AE4-428C-9A38-C1243FAEEEDC}" destId="{8539D00A-8C50-49BD-A5D4-F6F0AD98F505}" srcOrd="0" destOrd="0" presId="urn:microsoft.com/office/officeart/2016/7/layout/VerticalDownArrowProcess"/>
    <dgm:cxn modelId="{C0592C69-283B-42B9-AE64-67CEB9AE0888}" type="presOf" srcId="{D0F8706A-3001-481E-9B13-F9F2EFF7E9E3}" destId="{52B1EF4B-E0F6-4755-9CA4-0861680FFB1E}" srcOrd="0" destOrd="0" presId="urn:microsoft.com/office/officeart/2016/7/layout/VerticalDownArrowProcess"/>
    <dgm:cxn modelId="{06E49469-48DA-4A02-BFD7-38C4A827F9D4}" type="presOf" srcId="{198135B7-BCC1-4E09-8ECE-6C61CFB7BDE2}" destId="{FBE03759-854C-4548-8C23-A81B8C2E82CF}" srcOrd="0" destOrd="0" presId="urn:microsoft.com/office/officeart/2016/7/layout/VerticalDownArrowProcess"/>
    <dgm:cxn modelId="{88920975-AF54-4582-B6DE-F1A3AAB4C3BA}" srcId="{14A4292D-80C2-4605-9DBE-EFCF017A84BF}" destId="{A92BF310-27FE-41C1-93F2-A21307AC2043}" srcOrd="3" destOrd="0" parTransId="{676DCB1F-B67E-446C-BC33-A61CE6C46914}" sibTransId="{BDB46BDD-E695-4BE3-94BD-9CE085E198E7}"/>
    <dgm:cxn modelId="{F31B2A8D-B429-4042-91AE-05094C750ACA}" srcId="{101E6440-AD7E-463C-BB9E-A1BF58086668}" destId="{A69F96AD-EE98-462B-8C32-16B8BF34E7AC}" srcOrd="0" destOrd="0" parTransId="{6FB2FE89-95E0-4F5A-84C6-53EFF5886635}" sibTransId="{E753D44D-0A7D-4CF4-8809-5B4A00EE1B23}"/>
    <dgm:cxn modelId="{F3DA2C8E-3659-4333-8B0E-DFB07513F974}" srcId="{682B23CD-B5AD-4084-AE7D-ACF8E424677B}" destId="{80530561-8BB1-44F3-BB25-3A1A20435D36}" srcOrd="0" destOrd="0" parTransId="{AE8346A2-B0C3-4D90-9C59-A133C79149F1}" sibTransId="{D56B0657-E8A9-437C-8635-21A476C1EC64}"/>
    <dgm:cxn modelId="{BBA40B91-55ED-4991-A857-877F723C7996}" type="presOf" srcId="{A69F96AD-EE98-462B-8C32-16B8BF34E7AC}" destId="{C1A97E00-D89E-4723-842B-0B3BE2BA6438}" srcOrd="0" destOrd="0" presId="urn:microsoft.com/office/officeart/2016/7/layout/VerticalDownArrowProcess"/>
    <dgm:cxn modelId="{F7A3689F-DC1D-44E9-86AC-D8F0A580B7DE}" type="presOf" srcId="{80530561-8BB1-44F3-BB25-3A1A20435D36}" destId="{C461A16B-57F2-4F9C-AC63-9E6F9D332857}" srcOrd="0" destOrd="0" presId="urn:microsoft.com/office/officeart/2016/7/layout/VerticalDownArrowProcess"/>
    <dgm:cxn modelId="{C896AEA9-A223-4664-9E46-23BF01DC985B}" srcId="{14A4292D-80C2-4605-9DBE-EFCF017A84BF}" destId="{40FF6D61-ACFF-4B4D-AFF8-2B645991013A}" srcOrd="0" destOrd="0" parTransId="{5744D16E-7AC5-4461-9702-D028D3585908}" sibTransId="{2336E1E0-ED38-4041-B367-64780049660B}"/>
    <dgm:cxn modelId="{B7FE18B3-9326-418C-BD7E-E7A2326BCE3A}" type="presOf" srcId="{101E6440-AD7E-463C-BB9E-A1BF58086668}" destId="{5F10EE26-F07B-4AB2-A209-B68A20A6AD9B}" srcOrd="0" destOrd="0" presId="urn:microsoft.com/office/officeart/2016/7/layout/VerticalDownArrowProcess"/>
    <dgm:cxn modelId="{A3AEB1C1-6403-4004-A1C1-0485D15D25AA}" srcId="{14A4292D-80C2-4605-9DBE-EFCF017A84BF}" destId="{682B23CD-B5AD-4084-AE7D-ACF8E424677B}" srcOrd="1" destOrd="0" parTransId="{23AAB529-FC06-4682-94E2-C2146A1FD20E}" sibTransId="{A2F7E5B6-F6AD-4977-8C9E-4CC02D812492}"/>
    <dgm:cxn modelId="{9CDF15DD-D8DC-4AF6-A235-48B69F7654ED}" type="presOf" srcId="{682B23CD-B5AD-4084-AE7D-ACF8E424677B}" destId="{B9D6F9B0-C965-4BC9-A993-BF37BDA74EAC}" srcOrd="1" destOrd="0" presId="urn:microsoft.com/office/officeart/2016/7/layout/VerticalDownArrowProcess"/>
    <dgm:cxn modelId="{31ACE0DE-BC0C-4090-8C9B-619D32CBED9E}" type="presOf" srcId="{D0F8706A-3001-481E-9B13-F9F2EFF7E9E3}" destId="{81145124-5777-452C-88F2-1EE9FFCBD1A5}" srcOrd="1" destOrd="0" presId="urn:microsoft.com/office/officeart/2016/7/layout/VerticalDownArrowProcess"/>
    <dgm:cxn modelId="{86537FE2-3FF3-45A4-BF8E-19BC00109069}" type="presOf" srcId="{966694DC-AE2E-46C3-85A5-DC2AFC041970}" destId="{E20D0B0F-0A37-4938-AF67-B011FD4B9AA8}" srcOrd="0" destOrd="0" presId="urn:microsoft.com/office/officeart/2016/7/layout/VerticalDownArrowProcess"/>
    <dgm:cxn modelId="{EE34B3E6-9DAF-4BCE-9E95-9F21114174B1}" type="presOf" srcId="{A92BF310-27FE-41C1-93F2-A21307AC2043}" destId="{9949E22B-2255-4C6A-BA09-31CAA553E465}" srcOrd="0" destOrd="0" presId="urn:microsoft.com/office/officeart/2016/7/layout/VerticalDownArrowProcess"/>
    <dgm:cxn modelId="{7F385DEF-642A-4995-AB6F-9C039F6BDF46}" type="presOf" srcId="{682B23CD-B5AD-4084-AE7D-ACF8E424677B}" destId="{312B2FFA-C0B3-4E64-8051-16E24C10FF19}" srcOrd="0" destOrd="0" presId="urn:microsoft.com/office/officeart/2016/7/layout/VerticalDownArrowProcess"/>
    <dgm:cxn modelId="{357933F4-67C0-4026-AC2B-28DC30CEC205}" type="presOf" srcId="{A92BF310-27FE-41C1-93F2-A21307AC2043}" destId="{DB376F1E-9B58-4561-83B3-B71DB7D33B27}" srcOrd="1" destOrd="0" presId="urn:microsoft.com/office/officeart/2016/7/layout/VerticalDownArrowProcess"/>
    <dgm:cxn modelId="{19F478FE-D39A-4864-B0EB-1051DA937C64}" srcId="{14A4292D-80C2-4605-9DBE-EFCF017A84BF}" destId="{101E6440-AD7E-463C-BB9E-A1BF58086668}" srcOrd="4" destOrd="0" parTransId="{A8932630-7C9B-42D1-8D66-00E0F2BE6E1E}" sibTransId="{C7A36622-A79A-4989-8211-7ABC610C3395}"/>
    <dgm:cxn modelId="{0406313A-0C18-43CE-BA57-5F35CE820F48}" type="presParOf" srcId="{A7D502B2-ADE0-436E-82AF-30BC26726109}" destId="{8A5E0762-AB94-4337-9061-E2F1DC6A02F9}" srcOrd="0" destOrd="0" presId="urn:microsoft.com/office/officeart/2016/7/layout/VerticalDownArrowProcess"/>
    <dgm:cxn modelId="{C89F3DE5-A002-45AD-AC82-E1F3726A62E5}" type="presParOf" srcId="{8A5E0762-AB94-4337-9061-E2F1DC6A02F9}" destId="{5F10EE26-F07B-4AB2-A209-B68A20A6AD9B}" srcOrd="0" destOrd="0" presId="urn:microsoft.com/office/officeart/2016/7/layout/VerticalDownArrowProcess"/>
    <dgm:cxn modelId="{767DDA88-37EB-4FEC-B667-D941E10332D0}" type="presParOf" srcId="{8A5E0762-AB94-4337-9061-E2F1DC6A02F9}" destId="{C1A97E00-D89E-4723-842B-0B3BE2BA6438}" srcOrd="1" destOrd="0" presId="urn:microsoft.com/office/officeart/2016/7/layout/VerticalDownArrowProcess"/>
    <dgm:cxn modelId="{72389161-CECC-4EDD-AA56-C3D32358AD3D}" type="presParOf" srcId="{A7D502B2-ADE0-436E-82AF-30BC26726109}" destId="{404E68A2-47B9-479B-BE26-AAA4076772FB}" srcOrd="1" destOrd="0" presId="urn:microsoft.com/office/officeart/2016/7/layout/VerticalDownArrowProcess"/>
    <dgm:cxn modelId="{924445D8-DD37-4CCD-A597-4E1F32D11227}" type="presParOf" srcId="{A7D502B2-ADE0-436E-82AF-30BC26726109}" destId="{87FC77DC-E3AF-4117-9116-86A3D8181C64}" srcOrd="2" destOrd="0" presId="urn:microsoft.com/office/officeart/2016/7/layout/VerticalDownArrowProcess"/>
    <dgm:cxn modelId="{1C7A42DD-2FF7-4072-A58B-9838BAD56181}" type="presParOf" srcId="{87FC77DC-E3AF-4117-9116-86A3D8181C64}" destId="{9949E22B-2255-4C6A-BA09-31CAA553E465}" srcOrd="0" destOrd="0" presId="urn:microsoft.com/office/officeart/2016/7/layout/VerticalDownArrowProcess"/>
    <dgm:cxn modelId="{49B3EC12-C460-40F6-8FAE-67197509B9D2}" type="presParOf" srcId="{87FC77DC-E3AF-4117-9116-86A3D8181C64}" destId="{DB376F1E-9B58-4561-83B3-B71DB7D33B27}" srcOrd="1" destOrd="0" presId="urn:microsoft.com/office/officeart/2016/7/layout/VerticalDownArrowProcess"/>
    <dgm:cxn modelId="{E18070E3-9C18-47C1-8D01-6EFF7C9FDBC5}" type="presParOf" srcId="{87FC77DC-E3AF-4117-9116-86A3D8181C64}" destId="{8539D00A-8C50-49BD-A5D4-F6F0AD98F505}" srcOrd="2" destOrd="0" presId="urn:microsoft.com/office/officeart/2016/7/layout/VerticalDownArrowProcess"/>
    <dgm:cxn modelId="{B3E47747-1627-4AD6-8EF6-DD4CDD1A1226}" type="presParOf" srcId="{A7D502B2-ADE0-436E-82AF-30BC26726109}" destId="{5C645D9A-CADB-4B86-9CE8-5ECEC9F91263}" srcOrd="3" destOrd="0" presId="urn:microsoft.com/office/officeart/2016/7/layout/VerticalDownArrowProcess"/>
    <dgm:cxn modelId="{85175F0B-7F4A-49AD-8F7D-93094C7C7859}" type="presParOf" srcId="{A7D502B2-ADE0-436E-82AF-30BC26726109}" destId="{E5125C15-8B9B-4C7A-BD51-9CC722AE2B37}" srcOrd="4" destOrd="0" presId="urn:microsoft.com/office/officeart/2016/7/layout/VerticalDownArrowProcess"/>
    <dgm:cxn modelId="{3C7F8B51-686B-4A6D-B4D4-FBCE9AA0830C}" type="presParOf" srcId="{E5125C15-8B9B-4C7A-BD51-9CC722AE2B37}" destId="{52B1EF4B-E0F6-4755-9CA4-0861680FFB1E}" srcOrd="0" destOrd="0" presId="urn:microsoft.com/office/officeart/2016/7/layout/VerticalDownArrowProcess"/>
    <dgm:cxn modelId="{46F8A1D8-E6F5-4FE7-A7D9-7781DC526AA4}" type="presParOf" srcId="{E5125C15-8B9B-4C7A-BD51-9CC722AE2B37}" destId="{81145124-5777-452C-88F2-1EE9FFCBD1A5}" srcOrd="1" destOrd="0" presId="urn:microsoft.com/office/officeart/2016/7/layout/VerticalDownArrowProcess"/>
    <dgm:cxn modelId="{4BB41D60-AA24-4DBE-9BD0-839DE2DB6BED}" type="presParOf" srcId="{E5125C15-8B9B-4C7A-BD51-9CC722AE2B37}" destId="{FBE03759-854C-4548-8C23-A81B8C2E82CF}" srcOrd="2" destOrd="0" presId="urn:microsoft.com/office/officeart/2016/7/layout/VerticalDownArrowProcess"/>
    <dgm:cxn modelId="{26FDB10E-9B4A-4C88-95B4-AB3236E09149}" type="presParOf" srcId="{A7D502B2-ADE0-436E-82AF-30BC26726109}" destId="{FCD68AA7-3B47-4FF4-8D9F-DAAEA3B902F5}" srcOrd="5" destOrd="0" presId="urn:microsoft.com/office/officeart/2016/7/layout/VerticalDownArrowProcess"/>
    <dgm:cxn modelId="{B136CA15-2E8C-4BD0-8BE9-18E1E40B22B1}" type="presParOf" srcId="{A7D502B2-ADE0-436E-82AF-30BC26726109}" destId="{1E87FAF4-AA1A-4AEB-A452-8ABA147731C4}" srcOrd="6" destOrd="0" presId="urn:microsoft.com/office/officeart/2016/7/layout/VerticalDownArrowProcess"/>
    <dgm:cxn modelId="{8BC99716-898B-4C05-B550-71812A5AA085}" type="presParOf" srcId="{1E87FAF4-AA1A-4AEB-A452-8ABA147731C4}" destId="{312B2FFA-C0B3-4E64-8051-16E24C10FF19}" srcOrd="0" destOrd="0" presId="urn:microsoft.com/office/officeart/2016/7/layout/VerticalDownArrowProcess"/>
    <dgm:cxn modelId="{6613E454-89BE-4311-A014-23B621C63C9A}" type="presParOf" srcId="{1E87FAF4-AA1A-4AEB-A452-8ABA147731C4}" destId="{B9D6F9B0-C965-4BC9-A993-BF37BDA74EAC}" srcOrd="1" destOrd="0" presId="urn:microsoft.com/office/officeart/2016/7/layout/VerticalDownArrowProcess"/>
    <dgm:cxn modelId="{1138139D-C30D-431F-BADB-F5C48B71F967}" type="presParOf" srcId="{1E87FAF4-AA1A-4AEB-A452-8ABA147731C4}" destId="{C461A16B-57F2-4F9C-AC63-9E6F9D332857}" srcOrd="2" destOrd="0" presId="urn:microsoft.com/office/officeart/2016/7/layout/VerticalDownArrowProcess"/>
    <dgm:cxn modelId="{58512A7B-58B3-41CB-A5B0-84BA5EA96E97}" type="presParOf" srcId="{A7D502B2-ADE0-436E-82AF-30BC26726109}" destId="{77351C0C-C61A-463B-B4E8-CCAE6AF76D15}" srcOrd="7" destOrd="0" presId="urn:microsoft.com/office/officeart/2016/7/layout/VerticalDownArrowProcess"/>
    <dgm:cxn modelId="{B4FABD06-9F66-4CEA-938B-A18DC4457F67}" type="presParOf" srcId="{A7D502B2-ADE0-436E-82AF-30BC26726109}" destId="{F855703C-5D1C-48BE-80C6-CC51AD34279B}" srcOrd="8" destOrd="0" presId="urn:microsoft.com/office/officeart/2016/7/layout/VerticalDownArrowProcess"/>
    <dgm:cxn modelId="{2B0D2884-8B0B-4DF3-AF1D-A3DF3CA7001E}" type="presParOf" srcId="{F855703C-5D1C-48BE-80C6-CC51AD34279B}" destId="{12D0DACA-D660-4D7A-BBD7-8C33DE3725F2}" srcOrd="0" destOrd="0" presId="urn:microsoft.com/office/officeart/2016/7/layout/VerticalDownArrowProcess"/>
    <dgm:cxn modelId="{0955DEC1-5A8E-4F50-AE15-732BF0FF1470}" type="presParOf" srcId="{F855703C-5D1C-48BE-80C6-CC51AD34279B}" destId="{7B931C6A-5000-44E9-90E8-3E842221CB5F}" srcOrd="1" destOrd="0" presId="urn:microsoft.com/office/officeart/2016/7/layout/VerticalDownArrowProcess"/>
    <dgm:cxn modelId="{BA5348BA-DF7C-4F36-A117-13D8E3707912}" type="presParOf" srcId="{F855703C-5D1C-48BE-80C6-CC51AD34279B}" destId="{E20D0B0F-0A37-4938-AF67-B011FD4B9AA8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0EE26-F07B-4AB2-A209-B68A20A6AD9B}">
      <dsp:nvSpPr>
        <dsp:cNvPr id="0" name=""/>
        <dsp:cNvSpPr/>
      </dsp:nvSpPr>
      <dsp:spPr>
        <a:xfrm>
          <a:off x="0" y="3925760"/>
          <a:ext cx="1371600" cy="64405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Click</a:t>
          </a:r>
        </a:p>
      </dsp:txBody>
      <dsp:txXfrm>
        <a:off x="0" y="3925760"/>
        <a:ext cx="1371600" cy="644053"/>
      </dsp:txXfrm>
    </dsp:sp>
    <dsp:sp modelId="{C1A97E00-D89E-4723-842B-0B3BE2BA6438}">
      <dsp:nvSpPr>
        <dsp:cNvPr id="0" name=""/>
        <dsp:cNvSpPr/>
      </dsp:nvSpPr>
      <dsp:spPr>
        <a:xfrm>
          <a:off x="1371599" y="3925760"/>
          <a:ext cx="4114800" cy="644053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Click Validate</a:t>
          </a:r>
        </a:p>
      </dsp:txBody>
      <dsp:txXfrm>
        <a:off x="1371599" y="3925760"/>
        <a:ext cx="4114800" cy="644053"/>
      </dsp:txXfrm>
    </dsp:sp>
    <dsp:sp modelId="{DB376F1E-9B58-4561-83B3-B71DB7D33B27}">
      <dsp:nvSpPr>
        <dsp:cNvPr id="0" name=""/>
        <dsp:cNvSpPr/>
      </dsp:nvSpPr>
      <dsp:spPr>
        <a:xfrm rot="10800000">
          <a:off x="0" y="2944866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</a:t>
          </a:r>
        </a:p>
      </dsp:txBody>
      <dsp:txXfrm rot="-10800000">
        <a:off x="0" y="2944866"/>
        <a:ext cx="1371600" cy="643860"/>
      </dsp:txXfrm>
    </dsp:sp>
    <dsp:sp modelId="{8539D00A-8C50-49BD-A5D4-F6F0AD98F505}">
      <dsp:nvSpPr>
        <dsp:cNvPr id="0" name=""/>
        <dsp:cNvSpPr/>
      </dsp:nvSpPr>
      <dsp:spPr>
        <a:xfrm>
          <a:off x="1371599" y="2944866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Select milestone # in the drop down</a:t>
          </a:r>
        </a:p>
      </dsp:txBody>
      <dsp:txXfrm>
        <a:off x="1371599" y="2944866"/>
        <a:ext cx="4114800" cy="643860"/>
      </dsp:txXfrm>
    </dsp:sp>
    <dsp:sp modelId="{81145124-5777-452C-88F2-1EE9FFCBD1A5}">
      <dsp:nvSpPr>
        <dsp:cNvPr id="0" name=""/>
        <dsp:cNvSpPr/>
      </dsp:nvSpPr>
      <dsp:spPr>
        <a:xfrm rot="10800000">
          <a:off x="0" y="1963973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Choose</a:t>
          </a:r>
        </a:p>
      </dsp:txBody>
      <dsp:txXfrm rot="-10800000">
        <a:off x="0" y="1963973"/>
        <a:ext cx="1371600" cy="643860"/>
      </dsp:txXfrm>
    </dsp:sp>
    <dsp:sp modelId="{FBE03759-854C-4548-8C23-A81B8C2E82CF}">
      <dsp:nvSpPr>
        <dsp:cNvPr id="0" name=""/>
        <dsp:cNvSpPr/>
      </dsp:nvSpPr>
      <dsp:spPr>
        <a:xfrm>
          <a:off x="1371599" y="1963973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Choose the .zip file path</a:t>
          </a:r>
        </a:p>
      </dsp:txBody>
      <dsp:txXfrm>
        <a:off x="1371599" y="1963973"/>
        <a:ext cx="4114800" cy="643860"/>
      </dsp:txXfrm>
    </dsp:sp>
    <dsp:sp modelId="{B9D6F9B0-C965-4BC9-A993-BF37BDA74EAC}">
      <dsp:nvSpPr>
        <dsp:cNvPr id="0" name=""/>
        <dsp:cNvSpPr/>
      </dsp:nvSpPr>
      <dsp:spPr>
        <a:xfrm rot="10800000">
          <a:off x="0" y="983079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Launch</a:t>
          </a:r>
        </a:p>
      </dsp:txBody>
      <dsp:txXfrm rot="-10800000">
        <a:off x="0" y="983079"/>
        <a:ext cx="1371600" cy="643860"/>
      </dsp:txXfrm>
    </dsp:sp>
    <dsp:sp modelId="{C461A16B-57F2-4F9C-AC63-9E6F9D332857}">
      <dsp:nvSpPr>
        <dsp:cNvPr id="0" name=""/>
        <dsp:cNvSpPr/>
      </dsp:nvSpPr>
      <dsp:spPr>
        <a:xfrm>
          <a:off x="1371599" y="983079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Launch the DieAnalyzerValidator.exe</a:t>
          </a:r>
        </a:p>
      </dsp:txBody>
      <dsp:txXfrm>
        <a:off x="1371599" y="983079"/>
        <a:ext cx="4114800" cy="643860"/>
      </dsp:txXfrm>
    </dsp:sp>
    <dsp:sp modelId="{7B931C6A-5000-44E9-90E8-3E842221CB5F}">
      <dsp:nvSpPr>
        <dsp:cNvPr id="0" name=""/>
        <dsp:cNvSpPr/>
      </dsp:nvSpPr>
      <dsp:spPr>
        <a:xfrm rot="10800000">
          <a:off x="0" y="2185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</a:t>
          </a:r>
        </a:p>
      </dsp:txBody>
      <dsp:txXfrm rot="-10800000">
        <a:off x="0" y="2185"/>
        <a:ext cx="1371600" cy="643860"/>
      </dsp:txXfrm>
    </dsp:sp>
    <dsp:sp modelId="{E20D0B0F-0A37-4938-AF67-B011FD4B9AA8}">
      <dsp:nvSpPr>
        <dsp:cNvPr id="0" name=""/>
        <dsp:cNvSpPr/>
      </dsp:nvSpPr>
      <dsp:spPr>
        <a:xfrm>
          <a:off x="1371599" y="2185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a zip of all the result files</a:t>
          </a:r>
        </a:p>
      </dsp:txBody>
      <dsp:txXfrm>
        <a:off x="1371599" y="2185"/>
        <a:ext cx="4114800" cy="643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C756D-FA1A-4B2C-8573-386B1632B7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5E54-29D5-483C-BF1C-D35A05966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7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Remove the space in # of good 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6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0244-2DCA-DD4D-A619-65C99ED2A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7819" y="2442698"/>
            <a:ext cx="6411159" cy="1421928"/>
          </a:xfrm>
        </p:spPr>
        <p:txBody>
          <a:bodyPr wrap="square" anchor="b">
            <a:sp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CAA0E-FCCF-C341-B451-7B2537253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7818" y="3797251"/>
            <a:ext cx="6411160" cy="523220"/>
          </a:xfrm>
        </p:spPr>
        <p:txBody>
          <a:bodyPr wrap="square" anchor="t">
            <a:spAutoFit/>
          </a:bodyPr>
          <a:lstStyle>
            <a:lvl1pPr marL="0" indent="0" algn="r">
              <a:spcBef>
                <a:spcPts val="60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AF0A9-C1B0-F74F-A0F8-9FB5AB589B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6288" y="457200"/>
            <a:ext cx="20574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0080A-FADB-C84C-9E8A-9A6C4CCC194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1526EC7-B230-AA4F-9234-11B5F605AE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41505" y="6145309"/>
            <a:ext cx="3187473" cy="369332"/>
          </a:xfrm>
        </p:spPr>
        <p:txBody>
          <a:bodyPr>
            <a:sp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Date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A85620-2D74-4C65-9B82-1E5DD35EAD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18" r="3047"/>
          <a:stretch/>
        </p:blipFill>
        <p:spPr>
          <a:xfrm>
            <a:off x="4" y="0"/>
            <a:ext cx="5036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1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217A-DC1B-3142-AF63-384B81755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322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217A-DC1B-3142-AF63-384B81755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A49C8B-EC65-7C42-857C-FFEC00BCB6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822959"/>
            <a:ext cx="11430000" cy="50292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39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81B7-7217-C64C-8C6C-26C1DFA9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591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A49C8B-EC65-7C42-857C-FFEC00BCB6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822959"/>
            <a:ext cx="11430000" cy="50292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299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217A-DC1B-3142-AF63-384B81755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463040"/>
            <a:ext cx="54864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C68FFF-2ACC-E149-A11C-727EFC59E3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360" y="1463040"/>
            <a:ext cx="54864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827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E78A-5227-EA46-8A86-F8EB83E3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2468880"/>
            <a:ext cx="10515600" cy="757130"/>
          </a:xfrm>
        </p:spPr>
        <p:txBody>
          <a:bodyPr anchor="b">
            <a:sp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B8FFE-4F35-F045-8011-FF44A1EE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3200400"/>
            <a:ext cx="10515600" cy="523220"/>
          </a:xfrm>
        </p:spPr>
        <p:txBody>
          <a:bodyPr>
            <a:spAutoFit/>
          </a:bodyPr>
          <a:lstStyle>
            <a:lvl1pPr marL="0" indent="0" algn="l"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E5972B-0DB0-BF4B-BDBA-BDE42B1F4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0039" y="471442"/>
            <a:ext cx="1371600" cy="30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DE4219-3257-144B-BF94-59E97CAB553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4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DC90E1-D97B-BF46-B861-93A3EAE53B1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F4EA6-6993-B041-BD26-D3F8649E3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0039" y="471442"/>
            <a:ext cx="1371600" cy="30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7FE78A-5227-EA46-8A86-F8EB83E3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2468880"/>
            <a:ext cx="10515600" cy="757130"/>
          </a:xfrm>
        </p:spPr>
        <p:txBody>
          <a:bodyPr anchor="b">
            <a:sp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B8FFE-4F35-F045-8011-FF44A1EE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3200400"/>
            <a:ext cx="10515600" cy="523220"/>
          </a:xfrm>
        </p:spPr>
        <p:txBody>
          <a:bodyPr>
            <a:spAutoFit/>
          </a:bodyPr>
          <a:lstStyle>
            <a:lvl1pPr marL="0" indent="0" algn="l"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15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B2ED80-1D58-4F36-A149-3409A3DC9F43}"/>
              </a:ext>
            </a:extLst>
          </p:cNvPr>
          <p:cNvSpPr/>
          <p:nvPr/>
        </p:nvSpPr>
        <p:spPr>
          <a:xfrm>
            <a:off x="9892146" y="76198"/>
            <a:ext cx="2299854" cy="1177637"/>
          </a:xfrm>
          <a:prstGeom prst="rect">
            <a:avLst/>
          </a:prstGeom>
          <a:gradFill flip="none" rotWithShape="1">
            <a:gsLst>
              <a:gs pos="54000">
                <a:srgbClr val="41007F"/>
              </a:gs>
              <a:gs pos="74000">
                <a:srgbClr val="41007F">
                  <a:alpha val="50000"/>
                </a:srgbClr>
              </a:gs>
              <a:gs pos="100000">
                <a:schemeClr val="tx2">
                  <a:alpha val="0"/>
                </a:schemeClr>
              </a:gs>
              <a:gs pos="0">
                <a:schemeClr val="tx2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E5972B-0DB0-BF4B-BDBA-BDE42B1F4C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0039" y="471442"/>
            <a:ext cx="1371600" cy="30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DE4219-3257-144B-BF94-59E97CAB553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4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100BFE-5A25-F64C-ACE0-328EDBE4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30000" cy="5486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D8CAB-668A-4A42-AD8D-83D3C95D6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46304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C9F468-06C7-6F4F-9A9D-B142D5B4E6C4}"/>
              </a:ext>
            </a:extLst>
          </p:cNvPr>
          <p:cNvSpPr txBox="1"/>
          <p:nvPr/>
        </p:nvSpPr>
        <p:spPr>
          <a:xfrm>
            <a:off x="697593" y="6531388"/>
            <a:ext cx="252412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 spc="30" baseline="0">
                <a:solidFill>
                  <a:schemeClr val="accent3"/>
                </a:solidFill>
              </a:rPr>
              <a:t>KLA Confidential | Need-to-Know Only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F5AEF8-F15B-C441-9B07-25564C8B7296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888" y="6508915"/>
            <a:ext cx="812800" cy="17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FEDCB5-7EFA-8648-857E-73414257FB99}"/>
              </a:ext>
            </a:extLst>
          </p:cNvPr>
          <p:cNvSpPr txBox="1"/>
          <p:nvPr/>
        </p:nvSpPr>
        <p:spPr>
          <a:xfrm>
            <a:off x="118836" y="6511830"/>
            <a:ext cx="47897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2A65E3F1-16C0-DE4C-A14E-DA21524AA8EE}" type="slidenum">
              <a:rPr lang="en-US" sz="1100" smtClean="0">
                <a:solidFill>
                  <a:schemeClr val="accent3"/>
                </a:solidFill>
              </a:rPr>
              <a:pPr algn="r"/>
              <a:t>‹#›</a:t>
            </a:fld>
            <a:endParaRPr lang="en-US" sz="11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32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65" r:id="rId3"/>
    <p:sldLayoutId id="2147483654" r:id="rId4"/>
    <p:sldLayoutId id="2147483664" r:id="rId5"/>
    <p:sldLayoutId id="2147483668" r:id="rId6"/>
    <p:sldLayoutId id="2147483651" r:id="rId7"/>
    <p:sldLayoutId id="2147483663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accent3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accent3"/>
        </a:buClr>
        <a:buSzPct val="8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90563" indent="-227013" algn="l" defTabSz="914400" rtl="0" eaLnBrk="1" latinLnBrk="0" hangingPunct="1">
        <a:lnSpc>
          <a:spcPct val="100000"/>
        </a:lnSpc>
        <a:spcBef>
          <a:spcPts val="800"/>
        </a:spcBef>
        <a:buClr>
          <a:schemeClr val="accent3"/>
        </a:buClr>
        <a:buSzPct val="80000"/>
        <a:buFont typeface="Wingdings" pitchFamily="2" charset="2"/>
        <a:buChar char="§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2250" algn="l" defTabSz="914400" rtl="0" eaLnBrk="1" latinLnBrk="0" hangingPunct="1">
        <a:lnSpc>
          <a:spcPct val="100000"/>
        </a:lnSpc>
        <a:spcBef>
          <a:spcPts val="800"/>
        </a:spcBef>
        <a:buClr>
          <a:schemeClr val="accent3"/>
        </a:buClr>
        <a:buSzPct val="80000"/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8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8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1C8BF8-5A3B-A026-9E44-3B8814B69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5836" y="2777759"/>
            <a:ext cx="6410325" cy="2086725"/>
          </a:xfrm>
        </p:spPr>
        <p:txBody>
          <a:bodyPr/>
          <a:lstStyle/>
          <a:p>
            <a:pPr algn="ctr"/>
            <a:r>
              <a:rPr lang="en-US"/>
              <a:t>UNHACK ’25</a:t>
            </a:r>
            <a:br>
              <a:rPr lang="en-US"/>
            </a:br>
            <a:br>
              <a:rPr lang="en-US"/>
            </a:br>
            <a:r>
              <a:rPr lang="en-US"/>
              <a:t>Die Analyzer</a:t>
            </a:r>
          </a:p>
        </p:txBody>
      </p:sp>
    </p:spTree>
    <p:extLst>
      <p:ext uri="{BB962C8B-B14F-4D97-AF65-F5344CB8AC3E}">
        <p14:creationId xmlns:p14="http://schemas.microsoft.com/office/powerpoint/2010/main" val="1931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1C12-EC90-C116-CA59-3BEE8ADA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30000" cy="548640"/>
          </a:xfrm>
        </p:spPr>
        <p:txBody>
          <a:bodyPr wrap="square" anchor="t">
            <a:normAutofit/>
          </a:bodyPr>
          <a:lstStyle/>
          <a:p>
            <a:r>
              <a:rPr lang="en-US"/>
              <a:t>Chip from a wafer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22EBD-0E64-663A-0F42-A362FD36D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94" y="1463040"/>
            <a:ext cx="6901132" cy="4572000"/>
          </a:xfrm>
          <a:prstGeom prst="rect">
            <a:avLst/>
          </a:prstGeom>
          <a:noFill/>
        </p:spPr>
      </p:pic>
      <p:sp>
        <p:nvSpPr>
          <p:cNvPr id="7" name="AutoShape 10" descr="3D GaN FinFET Technology to Break the mmWave PA Bottleneck ...">
            <a:extLst>
              <a:ext uri="{FF2B5EF4-FFF2-40B4-BE49-F238E27FC236}">
                <a16:creationId xmlns:a16="http://schemas.microsoft.com/office/drawing/2014/main" id="{1C861910-6DBA-AF0D-F111-39F435CE4B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6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BE34-E14B-779E-C4B5-D5FD1971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Wafers">
            <a:extLst>
              <a:ext uri="{FF2B5EF4-FFF2-40B4-BE49-F238E27FC236}">
                <a16:creationId xmlns:a16="http://schemas.microsoft.com/office/drawing/2014/main" id="{5C3B1239-4A0F-5F8D-7B0F-C1BFD636E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C3C318-1810-C97E-3C39-5103B1D79E4D}"/>
              </a:ext>
            </a:extLst>
          </p:cNvPr>
          <p:cNvSpPr/>
          <p:nvPr/>
        </p:nvSpPr>
        <p:spPr>
          <a:xfrm>
            <a:off x="5322771" y="1222408"/>
            <a:ext cx="558265" cy="6930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8093C4-89F5-35A7-4A96-32B84B51DC75}"/>
              </a:ext>
            </a:extLst>
          </p:cNvPr>
          <p:cNvCxnSpPr/>
          <p:nvPr/>
        </p:nvCxnSpPr>
        <p:spPr>
          <a:xfrm>
            <a:off x="5881036" y="1516185"/>
            <a:ext cx="3643964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E8CB30-730E-D46C-BE66-86CB6175B5EE}"/>
              </a:ext>
            </a:extLst>
          </p:cNvPr>
          <p:cNvSpPr txBox="1"/>
          <p:nvPr/>
        </p:nvSpPr>
        <p:spPr>
          <a:xfrm>
            <a:off x="9587616" y="1331519"/>
            <a:ext cx="49564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Die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13D59A-3D12-589C-C323-D73CC5E571AA}"/>
              </a:ext>
            </a:extLst>
          </p:cNvPr>
          <p:cNvCxnSpPr>
            <a:cxnSpLocks/>
          </p:cNvCxnSpPr>
          <p:nvPr/>
        </p:nvCxnSpPr>
        <p:spPr>
          <a:xfrm>
            <a:off x="7229231" y="820615"/>
            <a:ext cx="2295769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5AA328C-4CFA-F6BD-581D-48BA3A3A7803}"/>
              </a:ext>
            </a:extLst>
          </p:cNvPr>
          <p:cNvSpPr txBox="1"/>
          <p:nvPr/>
        </p:nvSpPr>
        <p:spPr>
          <a:xfrm>
            <a:off x="9587616" y="635949"/>
            <a:ext cx="7514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Wafer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FBBE8DD-C2E8-9DAB-105E-B47E87D5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Wafer and Die</a:t>
            </a:r>
          </a:p>
        </p:txBody>
      </p:sp>
    </p:spTree>
    <p:extLst>
      <p:ext uri="{BB962C8B-B14F-4D97-AF65-F5344CB8AC3E}">
        <p14:creationId xmlns:p14="http://schemas.microsoft.com/office/powerpoint/2010/main" val="236997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437E-4594-D8AB-60C5-CFFFA698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Wafer fabrication process</a:t>
            </a:r>
          </a:p>
        </p:txBody>
      </p:sp>
      <p:pic>
        <p:nvPicPr>
          <p:cNvPr id="2050" name="Picture 2" descr="lithography-process – 3D printing in your life">
            <a:extLst>
              <a:ext uri="{FF2B5EF4-FFF2-40B4-BE49-F238E27FC236}">
                <a16:creationId xmlns:a16="http://schemas.microsoft.com/office/drawing/2014/main" id="{6E0F51C7-97D6-ED8B-D311-693C0E385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860" y="1309687"/>
            <a:ext cx="523875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53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1035-0BE7-ABE9-8CCE-3B93FE08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D3E1-EBE4-50F0-FC56-649BBBE1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Inspection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2C2AB-22EA-50BF-F67F-DF36357A7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618" y="1870426"/>
            <a:ext cx="2288166" cy="2186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2AE2A0-CBB8-093B-8D42-C10C39F22D65}"/>
              </a:ext>
            </a:extLst>
          </p:cNvPr>
          <p:cNvSpPr txBox="1"/>
          <p:nvPr/>
        </p:nvSpPr>
        <p:spPr>
          <a:xfrm>
            <a:off x="5384577" y="4223878"/>
            <a:ext cx="85824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Tool #1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BEC4A0-0D3E-A670-2FAA-F42FCDA99630}"/>
              </a:ext>
            </a:extLst>
          </p:cNvPr>
          <p:cNvCxnSpPr>
            <a:cxnSpLocks/>
          </p:cNvCxnSpPr>
          <p:nvPr/>
        </p:nvCxnSpPr>
        <p:spPr>
          <a:xfrm>
            <a:off x="3587751" y="3052146"/>
            <a:ext cx="80534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Silicon Wafers">
            <a:extLst>
              <a:ext uri="{FF2B5EF4-FFF2-40B4-BE49-F238E27FC236}">
                <a16:creationId xmlns:a16="http://schemas.microsoft.com/office/drawing/2014/main" id="{C9C2B21E-6B3D-556B-09EB-BAB0BAE93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84" y="1880417"/>
            <a:ext cx="2775642" cy="277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8B4F9FC9-3A88-FFDA-03D4-91AEB5C2E5EE}"/>
              </a:ext>
            </a:extLst>
          </p:cNvPr>
          <p:cNvSpPr/>
          <p:nvPr/>
        </p:nvSpPr>
        <p:spPr>
          <a:xfrm>
            <a:off x="8995199" y="5100417"/>
            <a:ext cx="928122" cy="938435"/>
          </a:xfrm>
          <a:prstGeom prst="foldedCorner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Inking </a:t>
            </a:r>
          </a:p>
          <a:p>
            <a:pPr algn="ctr"/>
            <a:r>
              <a:rPr lang="en-US"/>
              <a:t>file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88B136-B156-76D3-4437-C9D81A32CD33}"/>
              </a:ext>
            </a:extLst>
          </p:cNvPr>
          <p:cNvCxnSpPr>
            <a:cxnSpLocks/>
          </p:cNvCxnSpPr>
          <p:nvPr/>
        </p:nvCxnSpPr>
        <p:spPr>
          <a:xfrm>
            <a:off x="7492161" y="3052146"/>
            <a:ext cx="40120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Silicon Wafers">
            <a:extLst>
              <a:ext uri="{FF2B5EF4-FFF2-40B4-BE49-F238E27FC236}">
                <a16:creationId xmlns:a16="http://schemas.microsoft.com/office/drawing/2014/main" id="{93205A33-8AA7-DC52-49F7-21091F6B9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13" y="1865175"/>
            <a:ext cx="2521971" cy="2521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074900-E417-39C5-9421-B8951B38B522}"/>
              </a:ext>
            </a:extLst>
          </p:cNvPr>
          <p:cNvCxnSpPr>
            <a:cxnSpLocks/>
            <a:stCxn id="24" idx="3"/>
            <a:endCxn id="23" idx="1"/>
          </p:cNvCxnSpPr>
          <p:nvPr/>
        </p:nvCxnSpPr>
        <p:spPr>
          <a:xfrm>
            <a:off x="8667185" y="2758827"/>
            <a:ext cx="1971306" cy="202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58D1E72-62AD-5797-FD01-BD404B0FB65E}"/>
              </a:ext>
            </a:extLst>
          </p:cNvPr>
          <p:cNvSpPr txBox="1"/>
          <p:nvPr/>
        </p:nvSpPr>
        <p:spPr>
          <a:xfrm>
            <a:off x="10638491" y="2576187"/>
            <a:ext cx="14086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Good Die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5DBA6F-9FE8-AED0-76A4-7DEBCB7AAF71}"/>
              </a:ext>
            </a:extLst>
          </p:cNvPr>
          <p:cNvSpPr/>
          <p:nvPr/>
        </p:nvSpPr>
        <p:spPr>
          <a:xfrm>
            <a:off x="8526057" y="2668812"/>
            <a:ext cx="141128" cy="1800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A369C4-383D-7625-3651-80BD52B43E3E}"/>
              </a:ext>
            </a:extLst>
          </p:cNvPr>
          <p:cNvSpPr/>
          <p:nvPr/>
        </p:nvSpPr>
        <p:spPr>
          <a:xfrm>
            <a:off x="9511710" y="3176439"/>
            <a:ext cx="141128" cy="1763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DF04BC-E3D9-143A-44DB-41456E0A5B28}"/>
              </a:ext>
            </a:extLst>
          </p:cNvPr>
          <p:cNvSpPr txBox="1"/>
          <p:nvPr/>
        </p:nvSpPr>
        <p:spPr>
          <a:xfrm>
            <a:off x="10783368" y="3079970"/>
            <a:ext cx="14086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Bad Die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A15BA4-969F-D6AC-E6CF-8EB177C93212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V="1">
            <a:off x="9652838" y="3264636"/>
            <a:ext cx="1130530" cy="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: Down 44">
            <a:extLst>
              <a:ext uri="{FF2B5EF4-FFF2-40B4-BE49-F238E27FC236}">
                <a16:creationId xmlns:a16="http://schemas.microsoft.com/office/drawing/2014/main" id="{C9AF9263-E802-015C-522E-3AF9915EA640}"/>
              </a:ext>
            </a:extLst>
          </p:cNvPr>
          <p:cNvSpPr/>
          <p:nvPr/>
        </p:nvSpPr>
        <p:spPr>
          <a:xfrm>
            <a:off x="9192546" y="4355683"/>
            <a:ext cx="599090" cy="64839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0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17D3-9824-C942-1D8F-A0C4B9F3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Wafer Map Representation – (Matrix.csv)</a:t>
            </a:r>
          </a:p>
        </p:txBody>
      </p:sp>
      <p:pic>
        <p:nvPicPr>
          <p:cNvPr id="6" name="Picture 2" descr="Silicon Wafers">
            <a:extLst>
              <a:ext uri="{FF2B5EF4-FFF2-40B4-BE49-F238E27FC236}">
                <a16:creationId xmlns:a16="http://schemas.microsoft.com/office/drawing/2014/main" id="{CCFBA9BF-5AC2-E0DE-1E4E-E80BEBA9E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1" y="826321"/>
            <a:ext cx="4355327" cy="435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59E95B-29F1-1A59-F343-630EAE86B848}"/>
              </a:ext>
            </a:extLst>
          </p:cNvPr>
          <p:cNvSpPr txBox="1"/>
          <p:nvPr/>
        </p:nvSpPr>
        <p:spPr>
          <a:xfrm>
            <a:off x="4763673" y="4922416"/>
            <a:ext cx="355972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1 –&gt; Valid dies        0 –&gt; Invalid dies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8C75C1-3283-C63C-4E36-40E5D06A76A3}"/>
              </a:ext>
            </a:extLst>
          </p:cNvPr>
          <p:cNvGrpSpPr/>
          <p:nvPr/>
        </p:nvGrpSpPr>
        <p:grpSpPr>
          <a:xfrm>
            <a:off x="4538675" y="830343"/>
            <a:ext cx="7377228" cy="4015347"/>
            <a:chOff x="4538675" y="1212725"/>
            <a:chExt cx="7377228" cy="4015347"/>
          </a:xfrm>
        </p:grpSpPr>
        <p:graphicFrame>
          <p:nvGraphicFramePr>
            <p:cNvPr id="7" name="Content Placeholder 3">
              <a:extLst>
                <a:ext uri="{FF2B5EF4-FFF2-40B4-BE49-F238E27FC236}">
                  <a16:creationId xmlns:a16="http://schemas.microsoft.com/office/drawing/2014/main" id="{DF226779-0850-E21F-EC2E-4BF9544EEFD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38675" y="1674433"/>
            <a:ext cx="3555911" cy="3382128"/>
          </p:xfrm>
          <a:graphic>
            <a:graphicData uri="http://schemas.openxmlformats.org/drawingml/2006/table">
              <a:tbl>
                <a:tblPr>
                  <a:tableStyleId>{5C22544A-7EE6-4342-B048-85BDC9FD1C3A}</a:tableStyleId>
                </a:tblPr>
                <a:tblGrid>
                  <a:gridCol w="244139">
                    <a:extLst>
                      <a:ext uri="{9D8B030D-6E8A-4147-A177-3AD203B41FA5}">
                        <a16:colId xmlns:a16="http://schemas.microsoft.com/office/drawing/2014/main" val="213362199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80210811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10878435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674068565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574712734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1680693813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42230794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4288782731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96770399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051352001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480233453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345719736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040047998"/>
                      </a:ext>
                    </a:extLst>
                  </a:gridCol>
                </a:tblGrid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471437436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095218508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89644654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27516142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172785183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417705290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4071736910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63255658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458385882"/>
                    </a:ext>
                  </a:extLst>
                </a:tr>
              </a:tbl>
            </a:graphicData>
          </a:graphic>
        </p:graphicFrame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98B6DA-87D6-367D-FB12-D759322D8993}"/>
                </a:ext>
              </a:extLst>
            </p:cNvPr>
            <p:cNvSpPr/>
            <p:nvPr/>
          </p:nvSpPr>
          <p:spPr>
            <a:xfrm>
              <a:off x="4763673" y="1723182"/>
              <a:ext cx="3335215" cy="3504890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325A57-CDEA-F4DB-C6A8-2F5A92519F9A}"/>
                </a:ext>
              </a:extLst>
            </p:cNvPr>
            <p:cNvSpPr txBox="1"/>
            <p:nvPr/>
          </p:nvSpPr>
          <p:spPr>
            <a:xfrm>
              <a:off x="5930131" y="1212725"/>
              <a:ext cx="635110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/>
                <a:t>9x13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6A22A7-B182-3E9A-1765-5B6F62D36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5837" y="1952497"/>
              <a:ext cx="3350066" cy="28956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038E65-2460-9D0F-CCB6-B9E6E83FDF66}"/>
                </a:ext>
              </a:extLst>
            </p:cNvPr>
            <p:cNvSpPr txBox="1"/>
            <p:nvPr/>
          </p:nvSpPr>
          <p:spPr>
            <a:xfrm>
              <a:off x="9538338" y="1583165"/>
              <a:ext cx="1492203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/>
                <a:t>2D Matrix File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531177-4222-B78D-6F32-176A8D8D7B53}"/>
              </a:ext>
            </a:extLst>
          </p:cNvPr>
          <p:cNvSpPr txBox="1"/>
          <p:nvPr/>
        </p:nvSpPr>
        <p:spPr>
          <a:xfrm>
            <a:off x="523703" y="5737807"/>
            <a:ext cx="526611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b="1">
                <a:highlight>
                  <a:srgbClr val="FFFF00"/>
                </a:highlight>
              </a:rPr>
              <a:t>Note: MATRIX.csv will always be in 0 orientation</a:t>
            </a:r>
          </a:p>
        </p:txBody>
      </p:sp>
    </p:spTree>
    <p:extLst>
      <p:ext uri="{BB962C8B-B14F-4D97-AF65-F5344CB8AC3E}">
        <p14:creationId xmlns:p14="http://schemas.microsoft.com/office/powerpoint/2010/main" val="4227235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4EB8A3A-6153-5633-BE82-3A76EE50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Ink file Overview</a:t>
            </a:r>
          </a:p>
        </p:txBody>
      </p:sp>
      <p:graphicFrame>
        <p:nvGraphicFramePr>
          <p:cNvPr id="24" name="Content Placeholder 3">
            <a:extLst>
              <a:ext uri="{FF2B5EF4-FFF2-40B4-BE49-F238E27FC236}">
                <a16:creationId xmlns:a16="http://schemas.microsoft.com/office/drawing/2014/main" id="{B5129C6A-4600-02BA-7A0D-4F320C5697C4}"/>
              </a:ext>
            </a:extLst>
          </p:cNvPr>
          <p:cNvGraphicFramePr>
            <a:graphicFrameLocks/>
          </p:cNvGraphicFramePr>
          <p:nvPr/>
        </p:nvGraphicFramePr>
        <p:xfrm>
          <a:off x="6902645" y="1650024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323626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6516E050-5C52-052A-FA12-28D07A8E8A14}"/>
              </a:ext>
            </a:extLst>
          </p:cNvPr>
          <p:cNvSpPr/>
          <p:nvPr/>
        </p:nvSpPr>
        <p:spPr>
          <a:xfrm>
            <a:off x="7049771" y="1620643"/>
            <a:ext cx="3335215" cy="335060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429E3D-4156-F32F-BB81-B353F2890927}"/>
              </a:ext>
            </a:extLst>
          </p:cNvPr>
          <p:cNvSpPr txBox="1"/>
          <p:nvPr/>
        </p:nvSpPr>
        <p:spPr>
          <a:xfrm>
            <a:off x="8298442" y="1122632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0BD111-6C2D-4BFC-3D2D-C4A1E29C40FE}"/>
              </a:ext>
            </a:extLst>
          </p:cNvPr>
          <p:cNvSpPr/>
          <p:nvPr/>
        </p:nvSpPr>
        <p:spPr>
          <a:xfrm>
            <a:off x="8837421" y="5288331"/>
            <a:ext cx="337931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2AC855-4116-B543-C43B-B996A1042A63}"/>
              </a:ext>
            </a:extLst>
          </p:cNvPr>
          <p:cNvSpPr/>
          <p:nvPr/>
        </p:nvSpPr>
        <p:spPr>
          <a:xfrm>
            <a:off x="7049771" y="5258950"/>
            <a:ext cx="337931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311BC8-ED23-1EDE-6F94-435E2FEBB982}"/>
              </a:ext>
            </a:extLst>
          </p:cNvPr>
          <p:cNvSpPr txBox="1"/>
          <p:nvPr/>
        </p:nvSpPr>
        <p:spPr>
          <a:xfrm>
            <a:off x="7323495" y="5258950"/>
            <a:ext cx="9749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Bad dies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062694-2B76-E323-3DC9-117B8558D264}"/>
              </a:ext>
            </a:extLst>
          </p:cNvPr>
          <p:cNvSpPr txBox="1"/>
          <p:nvPr/>
        </p:nvSpPr>
        <p:spPr>
          <a:xfrm>
            <a:off x="9125791" y="5258950"/>
            <a:ext cx="112883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Good dies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160FE-90F4-5BED-C55F-C5896938F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306" y="2601081"/>
            <a:ext cx="4080432" cy="1977352"/>
          </a:xfrm>
        </p:spPr>
      </p:pic>
    </p:spTree>
    <p:extLst>
      <p:ext uri="{BB962C8B-B14F-4D97-AF65-F5344CB8AC3E}">
        <p14:creationId xmlns:p14="http://schemas.microsoft.com/office/powerpoint/2010/main" val="377660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D124-F47E-6A99-6878-3CA5EAAA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Ink file on Wafer map</a:t>
            </a:r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ABDE1ADB-582C-13DB-3E87-79FB80B7BFD6}"/>
              </a:ext>
            </a:extLst>
          </p:cNvPr>
          <p:cNvGraphicFramePr>
            <a:graphicFrameLocks/>
          </p:cNvGraphicFramePr>
          <p:nvPr/>
        </p:nvGraphicFramePr>
        <p:xfrm>
          <a:off x="7825246" y="1600818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21" name="Oval 20">
            <a:extLst>
              <a:ext uri="{FF2B5EF4-FFF2-40B4-BE49-F238E27FC236}">
                <a16:creationId xmlns:a16="http://schemas.microsoft.com/office/drawing/2014/main" id="{82B7CA9E-2C49-C976-8326-EB3CDC505135}"/>
              </a:ext>
            </a:extLst>
          </p:cNvPr>
          <p:cNvSpPr/>
          <p:nvPr/>
        </p:nvSpPr>
        <p:spPr>
          <a:xfrm>
            <a:off x="7976677" y="1575742"/>
            <a:ext cx="3309385" cy="3422705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02F00D-9708-51C2-728B-F9D650F176EF}"/>
              </a:ext>
            </a:extLst>
          </p:cNvPr>
          <p:cNvSpPr txBox="1"/>
          <p:nvPr/>
        </p:nvSpPr>
        <p:spPr>
          <a:xfrm>
            <a:off x="9221043" y="1073426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53A493-454A-762A-BCA5-D28E947683AF}"/>
              </a:ext>
            </a:extLst>
          </p:cNvPr>
          <p:cNvSpPr/>
          <p:nvPr/>
        </p:nvSpPr>
        <p:spPr>
          <a:xfrm>
            <a:off x="8140695" y="5285146"/>
            <a:ext cx="337931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4388DA-3402-E226-5737-1E9F0388089C}"/>
              </a:ext>
            </a:extLst>
          </p:cNvPr>
          <p:cNvSpPr/>
          <p:nvPr/>
        </p:nvSpPr>
        <p:spPr>
          <a:xfrm>
            <a:off x="9570554" y="5291811"/>
            <a:ext cx="337931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0607D6-0174-5548-CB42-A404D20A0BD0}"/>
              </a:ext>
            </a:extLst>
          </p:cNvPr>
          <p:cNvSpPr txBox="1"/>
          <p:nvPr/>
        </p:nvSpPr>
        <p:spPr>
          <a:xfrm>
            <a:off x="8518664" y="5257182"/>
            <a:ext cx="97494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Bad dies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8F2F6-49B3-7CD5-A04A-A7A529678C99}"/>
              </a:ext>
            </a:extLst>
          </p:cNvPr>
          <p:cNvSpPr txBox="1"/>
          <p:nvPr/>
        </p:nvSpPr>
        <p:spPr>
          <a:xfrm>
            <a:off x="9908485" y="5256845"/>
            <a:ext cx="112883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Good dies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175ACA7-589C-2D8A-0A34-16389822241E}"/>
              </a:ext>
            </a:extLst>
          </p:cNvPr>
          <p:cNvGraphicFramePr>
            <a:graphicFrameLocks/>
          </p:cNvGraphicFramePr>
          <p:nvPr/>
        </p:nvGraphicFramePr>
        <p:xfrm>
          <a:off x="364022" y="1571437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6DA313D4-283B-6385-296B-DA613F3D9F96}"/>
              </a:ext>
            </a:extLst>
          </p:cNvPr>
          <p:cNvSpPr/>
          <p:nvPr/>
        </p:nvSpPr>
        <p:spPr>
          <a:xfrm>
            <a:off x="490128" y="1584353"/>
            <a:ext cx="3322300" cy="334028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BBEAC-897A-C279-7373-5B12773F6843}"/>
              </a:ext>
            </a:extLst>
          </p:cNvPr>
          <p:cNvSpPr txBox="1"/>
          <p:nvPr/>
        </p:nvSpPr>
        <p:spPr>
          <a:xfrm>
            <a:off x="358650" y="5163898"/>
            <a:ext cx="355972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/>
              <a:t>1 –&gt; Valid dies        0 –&gt; Invalid 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39AF9-E5DD-A9DF-9BE3-19C591759BCD}"/>
              </a:ext>
            </a:extLst>
          </p:cNvPr>
          <p:cNvSpPr txBox="1"/>
          <p:nvPr/>
        </p:nvSpPr>
        <p:spPr>
          <a:xfrm>
            <a:off x="1738799" y="1073426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9DE78F-C8C5-B1F1-4D4B-16394C12138B}"/>
              </a:ext>
            </a:extLst>
          </p:cNvPr>
          <p:cNvCxnSpPr/>
          <p:nvPr/>
        </p:nvCxnSpPr>
        <p:spPr>
          <a:xfrm>
            <a:off x="4522304" y="3160643"/>
            <a:ext cx="277301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9A3028-5B68-6942-B0A9-83E096AC0F24}"/>
              </a:ext>
            </a:extLst>
          </p:cNvPr>
          <p:cNvSpPr txBox="1"/>
          <p:nvPr/>
        </p:nvSpPr>
        <p:spPr>
          <a:xfrm>
            <a:off x="5057120" y="2791311"/>
            <a:ext cx="145264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Apply Ink file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E33B807-F9AD-1CAB-F530-05FBD4B3C82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234176" y="3335807"/>
            <a:ext cx="3426704" cy="2071071"/>
          </a:xfrm>
        </p:spPr>
      </p:pic>
    </p:spTree>
    <p:extLst>
      <p:ext uri="{BB962C8B-B14F-4D97-AF65-F5344CB8AC3E}">
        <p14:creationId xmlns:p14="http://schemas.microsoft.com/office/powerpoint/2010/main" val="43213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59A9-3238-2751-8F45-2CC2438D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296D845-EBEE-BEA9-0A75-1F3CE174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Interpreting Orientation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11726C91-45A8-8A95-D47F-4F3803D4462B}"/>
              </a:ext>
            </a:extLst>
          </p:cNvPr>
          <p:cNvSpPr/>
          <p:nvPr/>
        </p:nvSpPr>
        <p:spPr>
          <a:xfrm rot="10800000" flipH="1">
            <a:off x="5161589" y="2709717"/>
            <a:ext cx="418704" cy="1093076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F38F6-FB62-C91D-0FAB-0E0DA8171D90}"/>
              </a:ext>
            </a:extLst>
          </p:cNvPr>
          <p:cNvSpPr txBox="1"/>
          <p:nvPr/>
        </p:nvSpPr>
        <p:spPr>
          <a:xfrm>
            <a:off x="5199269" y="3123815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8D770-8E68-7F7A-76FD-D48688C893EC}"/>
              </a:ext>
            </a:extLst>
          </p:cNvPr>
          <p:cNvSpPr txBox="1"/>
          <p:nvPr/>
        </p:nvSpPr>
        <p:spPr>
          <a:xfrm>
            <a:off x="7894615" y="1188720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13x9</a:t>
            </a:r>
          </a:p>
        </p:txBody>
      </p:sp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0F0EF3EA-1885-E898-BADF-7A54D3D42BF0}"/>
              </a:ext>
            </a:extLst>
          </p:cNvPr>
          <p:cNvGraphicFramePr>
            <a:graphicFrameLocks/>
          </p:cNvGraphicFramePr>
          <p:nvPr/>
        </p:nvGraphicFramePr>
        <p:xfrm>
          <a:off x="928292" y="1716112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323626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35" name="Oval 34">
            <a:extLst>
              <a:ext uri="{FF2B5EF4-FFF2-40B4-BE49-F238E27FC236}">
                <a16:creationId xmlns:a16="http://schemas.microsoft.com/office/drawing/2014/main" id="{41962E8A-ACDB-59B3-E3DF-5717E2440B2F}"/>
              </a:ext>
            </a:extLst>
          </p:cNvPr>
          <p:cNvSpPr/>
          <p:nvPr/>
        </p:nvSpPr>
        <p:spPr>
          <a:xfrm>
            <a:off x="1075418" y="1686731"/>
            <a:ext cx="3335215" cy="335060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D7BF5F-DDCB-782B-AA87-BB6D10B41BC3}"/>
              </a:ext>
            </a:extLst>
          </p:cNvPr>
          <p:cNvSpPr txBox="1"/>
          <p:nvPr/>
        </p:nvSpPr>
        <p:spPr>
          <a:xfrm>
            <a:off x="2324089" y="1188720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3D141-4B5E-4CEF-6F54-5661D9A63CC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331248" y="1485739"/>
            <a:ext cx="4287781" cy="3645484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ADC865-1C81-52EA-4A61-E0FB76D8D672}"/>
              </a:ext>
            </a:extLst>
          </p:cNvPr>
          <p:cNvSpPr/>
          <p:nvPr/>
        </p:nvSpPr>
        <p:spPr>
          <a:xfrm>
            <a:off x="2647604" y="4933604"/>
            <a:ext cx="182880" cy="1976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CE18DB-5B86-3EA1-88B8-8E2C53F1A21A}"/>
              </a:ext>
            </a:extLst>
          </p:cNvPr>
          <p:cNvSpPr/>
          <p:nvPr/>
        </p:nvSpPr>
        <p:spPr>
          <a:xfrm>
            <a:off x="6331248" y="3231381"/>
            <a:ext cx="182880" cy="1976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710EC-4ECF-0B82-9C77-56DD3C1756F7}"/>
              </a:ext>
            </a:extLst>
          </p:cNvPr>
          <p:cNvSpPr txBox="1"/>
          <p:nvPr/>
        </p:nvSpPr>
        <p:spPr>
          <a:xfrm>
            <a:off x="1777120" y="5193609"/>
            <a:ext cx="172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/>
              <a:t>0 orientation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D1386-221B-0E78-6AA2-D63812F3BB13}"/>
              </a:ext>
            </a:extLst>
          </p:cNvPr>
          <p:cNvSpPr txBox="1"/>
          <p:nvPr/>
        </p:nvSpPr>
        <p:spPr>
          <a:xfrm>
            <a:off x="7712657" y="5171648"/>
            <a:ext cx="172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/>
              <a:t>90 orientation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2024F-23CE-9B1B-8F94-B13AD2C7079E}"/>
              </a:ext>
            </a:extLst>
          </p:cNvPr>
          <p:cNvSpPr txBox="1"/>
          <p:nvPr/>
        </p:nvSpPr>
        <p:spPr>
          <a:xfrm>
            <a:off x="4903724" y="4032226"/>
            <a:ext cx="135313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/>
              <a:t>Clockwise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32F815-0DC2-981A-EB2B-0914AF409719}"/>
              </a:ext>
            </a:extLst>
          </p:cNvPr>
          <p:cNvSpPr txBox="1"/>
          <p:nvPr/>
        </p:nvSpPr>
        <p:spPr>
          <a:xfrm>
            <a:off x="847463" y="5675294"/>
            <a:ext cx="982600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</a:rPr>
              <a:t>When ORIENTATION is 90 in input ink file, it is already rotated at 90 degree clockwise. The output ink file is always expected to be in zero orientation. </a:t>
            </a:r>
          </a:p>
        </p:txBody>
      </p:sp>
    </p:spTree>
    <p:extLst>
      <p:ext uri="{BB962C8B-B14F-4D97-AF65-F5344CB8AC3E}">
        <p14:creationId xmlns:p14="http://schemas.microsoft.com/office/powerpoint/2010/main" val="711300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A046-6281-C295-5082-27C54C39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#1 – Rotate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0173C0-9C73-453A-A991-540F643EA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170" y="991772"/>
            <a:ext cx="10692451" cy="3114026"/>
          </a:xfrm>
        </p:spPr>
        <p:txBody>
          <a:bodyPr/>
          <a:lstStyle/>
          <a:p>
            <a:r>
              <a:rPr lang="en-US" dirty="0"/>
              <a:t>Input: </a:t>
            </a:r>
          </a:p>
          <a:p>
            <a:pPr lvl="1"/>
            <a:r>
              <a:rPr lang="en-US" dirty="0"/>
              <a:t>2D Matrix File</a:t>
            </a:r>
          </a:p>
          <a:p>
            <a:pPr lvl="1"/>
            <a:r>
              <a:rPr lang="en-US" dirty="0"/>
              <a:t>Ink File</a:t>
            </a:r>
          </a:p>
          <a:p>
            <a:pPr marL="234950" lvl="1" indent="0">
              <a:buNone/>
            </a:pPr>
            <a:r>
              <a:rPr lang="en-US" dirty="0"/>
              <a:t>Rotate the ink file based on the orientation and mark the invalid dies(000) on the ink file based on  the matrix.</a:t>
            </a:r>
          </a:p>
          <a:p>
            <a:r>
              <a:rPr lang="en-US" dirty="0"/>
              <a:t>Output:</a:t>
            </a:r>
          </a:p>
          <a:p>
            <a:pPr marL="463550" lvl="2" indent="0">
              <a:buNone/>
            </a:pPr>
            <a:r>
              <a:rPr lang="en-US" dirty="0"/>
              <a:t>Generate the output file with number of good dies and bad dies in the below format. The output filename should be </a:t>
            </a:r>
            <a:r>
              <a:rPr lang="en-US" dirty="0">
                <a:highlight>
                  <a:srgbClr val="FFFF00"/>
                </a:highlight>
              </a:rPr>
              <a:t>M&lt;</a:t>
            </a:r>
            <a:r>
              <a:rPr lang="en-US" dirty="0" err="1">
                <a:highlight>
                  <a:srgbClr val="FFFF00"/>
                </a:highlight>
              </a:rPr>
              <a:t>MilestoneNumber</a:t>
            </a:r>
            <a:r>
              <a:rPr lang="en-US" dirty="0">
                <a:highlight>
                  <a:srgbClr val="FFFF00"/>
                </a:highlight>
              </a:rPr>
              <a:t>&gt;T&lt;</a:t>
            </a:r>
            <a:r>
              <a:rPr lang="en-US" dirty="0" err="1">
                <a:highlight>
                  <a:srgbClr val="FFFF00"/>
                </a:highlight>
              </a:rPr>
              <a:t>TestcaseNumber</a:t>
            </a:r>
            <a:r>
              <a:rPr lang="en-US" dirty="0">
                <a:highlight>
                  <a:srgbClr val="FFFF00"/>
                </a:highlight>
              </a:rPr>
              <a:t>&gt;.txt </a:t>
            </a:r>
            <a:r>
              <a:rPr lang="en-US" dirty="0" err="1"/>
              <a:t>eg</a:t>
            </a:r>
            <a:r>
              <a:rPr lang="en-US" dirty="0"/>
              <a:t>: M1T3.txt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436EF13-0C2C-1293-825B-BD30285EA1D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2398329" y="4243484"/>
            <a:ext cx="5486400" cy="192640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0FE949-1635-66BC-B262-058E6A2689B9}"/>
              </a:ext>
            </a:extLst>
          </p:cNvPr>
          <p:cNvSpPr txBox="1"/>
          <p:nvPr/>
        </p:nvSpPr>
        <p:spPr>
          <a:xfrm>
            <a:off x="3744884" y="6307574"/>
            <a:ext cx="39090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Output file format</a:t>
            </a:r>
          </a:p>
        </p:txBody>
      </p:sp>
    </p:spTree>
    <p:extLst>
      <p:ext uri="{BB962C8B-B14F-4D97-AF65-F5344CB8AC3E}">
        <p14:creationId xmlns:p14="http://schemas.microsoft.com/office/powerpoint/2010/main" val="1530831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62BE-8E4E-81F4-0581-FEC8F210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30000" cy="548640"/>
          </a:xfrm>
        </p:spPr>
        <p:txBody>
          <a:bodyPr wrap="square" anchor="t">
            <a:normAutofit/>
          </a:bodyPr>
          <a:lstStyle/>
          <a:p>
            <a:r>
              <a:rPr lang="en-US"/>
              <a:t>Validator Usage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5A8AFA5-4F6E-06CD-FC67-9DABAD7DEF3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4073033320"/>
              </p:ext>
            </p:extLst>
          </p:nvPr>
        </p:nvGraphicFramePr>
        <p:xfrm>
          <a:off x="594360" y="1302173"/>
          <a:ext cx="5486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263C914-F5D9-4A1B-D17B-E6342E5D9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635" y="4067362"/>
            <a:ext cx="3411360" cy="2548603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E2A84F7-793E-0BC2-1F89-C3ABE19FF0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01" y="466371"/>
            <a:ext cx="5074860" cy="337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66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02AFC1-73B8-B86E-818F-A884BBED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best!</a:t>
            </a:r>
          </a:p>
        </p:txBody>
      </p:sp>
    </p:spTree>
    <p:extLst>
      <p:ext uri="{BB962C8B-B14F-4D97-AF65-F5344CB8AC3E}">
        <p14:creationId xmlns:p14="http://schemas.microsoft.com/office/powerpoint/2010/main" val="1439712610"/>
      </p:ext>
    </p:extLst>
  </p:cSld>
  <p:clrMapOvr>
    <a:masterClrMapping/>
  </p:clrMapOvr>
</p:sld>
</file>

<file path=ppt/theme/theme1.xml><?xml version="1.0" encoding="utf-8"?>
<a:theme xmlns:a="http://schemas.openxmlformats.org/drawingml/2006/main" name="KLA+ Template">
  <a:themeElements>
    <a:clrScheme name="KLA colorset">
      <a:dk1>
        <a:srgbClr val="0C0C12"/>
      </a:dk1>
      <a:lt1>
        <a:srgbClr val="FFFFFF"/>
      </a:lt1>
      <a:dk2>
        <a:srgbClr val="41007F"/>
      </a:dk2>
      <a:lt2>
        <a:srgbClr val="5A5A64"/>
      </a:lt2>
      <a:accent1>
        <a:srgbClr val="50DD3F"/>
      </a:accent1>
      <a:accent2>
        <a:srgbClr val="FF6400"/>
      </a:accent2>
      <a:accent3>
        <a:srgbClr val="00A7E1"/>
      </a:accent3>
      <a:accent4>
        <a:srgbClr val="FFAF00"/>
      </a:accent4>
      <a:accent5>
        <a:srgbClr val="F01E69"/>
      </a:accent5>
      <a:accent6>
        <a:srgbClr val="AA1DD5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LA+ Template" id="{918DFA0F-8EB5-4B85-8A7F-C7D8D9216C6E}" vid="{78215AF0-A479-482A-AAB7-D868A5FC97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otionDocID xmlns="e550b193-d8bb-4c8a-be85-1a27be44aa36" xsi:nil="true"/>
    <Status xmlns="157ea530-26c9-434f-9e3b-f2557673d3d0">New Story</Status>
    <iNotionAuthor xmlns="e550b193-d8bb-4c8a-be85-1a27be44aa36" xsi:nil="true"/>
    <iNotionDocType xmlns="e550b193-d8bb-4c8a-be85-1a27be44aa36">Marketing Requirements Document (MRD)</iNotionDocType>
    <_dlc_DocIdPersistId xmlns="e550b193-d8bb-4c8a-be85-1a27be44aa36" xsi:nil="true"/>
    <iNotionEditor xmlns="e550b193-d8bb-4c8a-be85-1a27be44aa36" xsi:nil="true"/>
    <LinkedDocument xmlns="e550b193-d8bb-4c8a-be85-1a27be44aa36" xsi:nil="true"/>
    <iNotionVersionNum xmlns="e550b193-d8bb-4c8a-be85-1a27be44aa36" xsi:nil="true"/>
    <_dlc_DocId xmlns="e550b193-d8bb-4c8a-be85-1a27be44aa36">KTDC-680492578-4675</_dlc_DocId>
    <_dlc_DocIdUrl xmlns="e550b193-d8bb-4c8a-be85-1a27be44aa36">
      <Url>https://klatencor.sharepoint.com/teams/documentcenter/PCID/KlarityACE/_layouts/15/DocIdRedir.aspx?ID=KTDC-680492578-4675</Url>
      <Description>KTDC-680492578-4675</Description>
    </_dlc_DocIdUrl>
  </documentManagement>
</p:properties>
</file>

<file path=customXml/item2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 Center - Document" ma:contentTypeID="0x010100ABCCD4000A9A3241BCE7DA4468F79DF4008501F8FE4E8F3544B773C188FE874201" ma:contentTypeVersion="28" ma:contentTypeDescription="Associates metadata to every document in Document Center." ma:contentTypeScope="" ma:versionID="58eeb1d21fdda3de4a62e63014d8f755">
  <xsd:schema xmlns:xsd="http://www.w3.org/2001/XMLSchema" xmlns:xs="http://www.w3.org/2001/XMLSchema" xmlns:p="http://schemas.microsoft.com/office/2006/metadata/properties" xmlns:ns1="http://schemas.microsoft.com/sharepoint/v3" xmlns:ns2="e550b193-d8bb-4c8a-be85-1a27be44aa36" xmlns:ns3="157ea530-26c9-434f-9e3b-f2557673d3d0" xmlns:ns4="c81a0c8b-d3ac-434e-8654-8eb6d5b722d6" targetNamespace="http://schemas.microsoft.com/office/2006/metadata/properties" ma:root="true" ma:fieldsID="9c24c932a844dc6c1ebe4f4657153829" ns1:_="" ns2:_="" ns3:_="" ns4:_="">
    <xsd:import namespace="http://schemas.microsoft.com/sharepoint/v3"/>
    <xsd:import namespace="e550b193-d8bb-4c8a-be85-1a27be44aa36"/>
    <xsd:import namespace="157ea530-26c9-434f-9e3b-f2557673d3d0"/>
    <xsd:import namespace="c81a0c8b-d3ac-434e-8654-8eb6d5b722d6"/>
    <xsd:element name="properties">
      <xsd:complexType>
        <xsd:sequence>
          <xsd:element name="documentManagement">
            <xsd:complexType>
              <xsd:all>
                <xsd:element ref="ns2:iNotionDocID" minOccurs="0"/>
                <xsd:element ref="ns2:iNotionVersionNum" minOccurs="0"/>
                <xsd:element ref="ns2:iNotionAuthor" minOccurs="0"/>
                <xsd:element ref="ns2:iNotionEditor" minOccurs="0"/>
                <xsd:element ref="ns2:iNotionDocType"/>
                <xsd:element ref="ns2:LinkedDocument" minOccurs="0"/>
                <xsd:element ref="ns3:Status" minOccurs="0"/>
                <xsd:element ref="ns1:Name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Name" ma:index="9" nillable="true" ma:displayName="Account" ma:internalName="Na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50b193-d8bb-4c8a-be85-1a27be44aa36" elementFormDefault="qualified">
    <xsd:import namespace="http://schemas.microsoft.com/office/2006/documentManagement/types"/>
    <xsd:import namespace="http://schemas.microsoft.com/office/infopath/2007/PartnerControls"/>
    <xsd:element name="iNotionDocID" ma:index="2" nillable="true" ma:displayName="iNotion DocID" ma:internalName="iNotionDocID" ma:readOnly="false">
      <xsd:simpleType>
        <xsd:restriction base="dms:Text"/>
      </xsd:simpleType>
    </xsd:element>
    <xsd:element name="iNotionVersionNum" ma:index="3" nillable="true" ma:displayName="iNotion Revision" ma:internalName="iNotionVersionNum" ma:readOnly="false">
      <xsd:simpleType>
        <xsd:restriction base="dms:Text"/>
      </xsd:simpleType>
    </xsd:element>
    <xsd:element name="iNotionAuthor" ma:index="4" nillable="true" ma:displayName="iNotion Author" ma:internalName="iNotionAuthor" ma:readOnly="false">
      <xsd:simpleType>
        <xsd:restriction base="dms:Text"/>
      </xsd:simpleType>
    </xsd:element>
    <xsd:element name="iNotionEditor" ma:index="5" nillable="true" ma:displayName="iNotion Editor" ma:internalName="iNotionEditor" ma:readOnly="false">
      <xsd:simpleType>
        <xsd:restriction base="dms:Text"/>
      </xsd:simpleType>
    </xsd:element>
    <xsd:element name="iNotionDocType" ma:index="6" ma:displayName="Classification" ma:format="Dropdown" ma:internalName="iNotionDocType" ma:readOnly="false">
      <xsd:simpleType>
        <xsd:union memberTypes="dms:Text">
          <xsd:simpleType>
            <xsd:restriction base="dms:Choice">
              <xsd:enumeration value="7-Step Problem Solving"/>
              <xsd:enumeration value="Acceptance Criteria"/>
              <xsd:enumeration value="Agenda"/>
              <xsd:enumeration value="Alpha Test Cases"/>
              <xsd:enumeration value="Alpha Test Plan"/>
              <xsd:enumeration value="Alpha Test Procedure"/>
              <xsd:enumeration value="Alpha Test Report"/>
              <xsd:enumeration value="Applications Note"/>
              <xsd:enumeration value="Applications Plan"/>
              <xsd:enumeration value="Architectural Analysis Report (AAR)"/>
              <xsd:enumeration value="Architectural Diagram"/>
              <xsd:enumeration value="Architecture Design Document"/>
              <xsd:enumeration value="Architecture Presentation"/>
              <xsd:enumeration value="Audit Report"/>
              <xsd:enumeration value="AutoCAD Drawing"/>
              <xsd:enumeration value="Automation Plan"/>
              <xsd:enumeration value="Baseline Audit Report"/>
              <xsd:enumeration value="Baseline Change Request"/>
              <xsd:enumeration value="Beta Acceptance Test Plan"/>
              <xsd:enumeration value="Beta Acceptance Test Report"/>
              <xsd:enumeration value="Beta Test Agreement"/>
              <xsd:enumeration value="Bug Report"/>
              <xsd:enumeration value="Build Notes"/>
              <xsd:enumeration value="Build Request Form"/>
              <xsd:enumeration value="Business Plan"/>
              <xsd:enumeration value="Calibration Procedures"/>
              <xsd:enumeration value="Change Request"/>
              <xsd:enumeration value="Characterization Report"/>
              <xsd:enumeration value="Characterization Test Plan"/>
              <xsd:enumeration value="Characterization Test Procedure"/>
              <xsd:enumeration value="Charter"/>
              <xsd:enumeration value="Checklist"/>
              <xsd:enumeration value="Code Inspection Report"/>
              <xsd:enumeration value="Coding Standard"/>
              <xsd:enumeration value="Component Design Document"/>
              <xsd:enumeration value="Component Design Specification"/>
              <xsd:enumeration value="Conformance Procedures"/>
              <xsd:enumeration value="Conformance Test Document"/>
              <xsd:enumeration value="Contract"/>
              <xsd:enumeration value="Cross-Platform Characterization Report"/>
              <xsd:enumeration value="Customer Document"/>
              <xsd:enumeration value="Customer manual"/>
              <xsd:enumeration value="Customer Release Notes"/>
              <xsd:enumeration value="Customer Requirements Document"/>
              <xsd:enumeration value="Decision Priority List"/>
              <xsd:enumeration value="Defect Tracking Sheet"/>
              <xsd:enumeration value="Design Documents"/>
              <xsd:enumeration value="Design Review Checklist"/>
              <xsd:enumeration value="Developer Integration Test Reports for Features"/>
              <xsd:enumeration value="Document"/>
              <xsd:enumeration value="Document Package"/>
              <xsd:enumeration value="Documentation Estimation and Tracking Form"/>
              <xsd:enumeration value="Documentation Plan"/>
              <xsd:enumeration value="Domain Analysis"/>
              <xsd:enumeration value="Domain Requirements Specification"/>
              <xsd:enumeration value="Drawing"/>
              <xsd:enumeration value="Electrical Design Document"/>
              <xsd:enumeration value="Electronic Design Package"/>
              <xsd:enumeration value="Engineering Change Order (ECO)"/>
              <xsd:enumeration value="Engineering Design Specification (EDS)"/>
              <xsd:enumeration value="Engineering Documents"/>
              <xsd:enumeration value="Engineering Notes"/>
              <xsd:enumeration value="Engineering Test Plan"/>
              <xsd:enumeration value="Engineering Test Procedure"/>
              <xsd:enumeration value="Engineering Test Report"/>
              <xsd:enumeration value="Estimates"/>
              <xsd:enumeration value="External Applications Note"/>
              <xsd:enumeration value="External Demo Report"/>
              <xsd:enumeration value="Feature Design Specification (FDS)"/>
              <xsd:enumeration value="Feature Requirements Development Plan (FRDP)"/>
              <xsd:enumeration value="Feature Requirements Development Schedule (FRDS)"/>
              <xsd:enumeration value="Feature Requirements Specification (FRS)"/>
              <xsd:enumeration value="Feature Test Procedure (FTPR)"/>
              <xsd:enumeration value="Field Marketing Bulletin"/>
              <xsd:enumeration value="Field Replacement Unit List"/>
              <xsd:enumeration value="Field Service Bulletin"/>
              <xsd:enumeration value="Financial Review Form (SP11)"/>
              <xsd:enumeration value="Form"/>
              <xsd:enumeration value="GEM/SECS User Guide"/>
              <xsd:enumeration value="General Procedure"/>
              <xsd:enumeration value="Glossary"/>
              <xsd:enumeration value="GUI User Interface Description"/>
              <xsd:enumeration value="Guideline"/>
              <xsd:enumeration value="Handbook"/>
              <xsd:enumeration value="Hardware Development Plan"/>
              <xsd:enumeration value="Hardware Interface Documents"/>
              <xsd:enumeration value="Hardware Requirements Specification"/>
              <xsd:enumeration value="Installation Procedure"/>
              <xsd:enumeration value="Integrated Project Plan (IPP)"/>
              <xsd:enumeration value="Integrated Project Schedule"/>
              <xsd:enumeration value="Interface Control Document"/>
              <xsd:enumeration value="Interface Design Document"/>
              <xsd:enumeration value="Interface Requirements Specification"/>
              <xsd:enumeration value="Internal Application Note"/>
              <xsd:enumeration value="Internal Demo Report"/>
              <xsd:enumeration value="Internal Procedure"/>
              <xsd:enumeration value="Internal Programmer's Guide"/>
              <xsd:enumeration value="Internal Release Notes"/>
              <xsd:enumeration value="Internal Test Report"/>
              <xsd:enumeration value="Investigation Proposal"/>
              <xsd:enumeration value="License Agreement Document"/>
              <xsd:enumeration value="List"/>
              <xsd:enumeration value="Manual"/>
              <xsd:enumeration value="Manufacturing Plan"/>
              <xsd:enumeration value="Manufacturing Procedure"/>
              <xsd:enumeration value="Manufacturing Requirements"/>
              <xsd:enumeration value="Manufcturing Readiness Review (MRR)"/>
              <xsd:enumeration value="Market Validation Presentation"/>
              <xsd:enumeration value="Market Validation Report"/>
              <xsd:enumeration value="Marketing Plans"/>
              <xsd:enumeration value="Marketing Requirements Document (MRD)"/>
              <xsd:enumeration value="Matrix"/>
              <xsd:enumeration value="Measurement / Metrics Plan"/>
              <xsd:enumeration value="Measurement Report"/>
              <xsd:enumeration value="Mechanical Design Document"/>
              <xsd:enumeration value="Meeting Minutes"/>
              <xsd:enumeration value="Memo"/>
              <xsd:enumeration value="Micro Feature Definition (MFD)"/>
              <xsd:enumeration value="Miscellaneous"/>
              <xsd:enumeration value="Miscellaneous Project Document"/>
              <xsd:enumeration value="Model"/>
              <xsd:enumeration value="Monthly Project Status Report"/>
              <xsd:enumeration value="Noncompliance Report"/>
              <xsd:enumeration value="Optical Design Document"/>
              <xsd:enumeration value="Patch Approval Document"/>
              <xsd:enumeration value="Patch Approval From"/>
              <xsd:enumeration value="Patent Application"/>
              <xsd:enumeration value="PDSP - Project's Defined Software Process"/>
              <xsd:enumeration value="Picture"/>
              <xsd:enumeration value="Plan"/>
              <xsd:enumeration value="Plan of Record (POR)"/>
              <xsd:enumeration value="PLC Checkpoint Approval Form"/>
              <xsd:enumeration value="PLC Sign-off Form"/>
              <xsd:enumeration value="Policy"/>
              <xsd:enumeration value="Presentation"/>
              <xsd:enumeration value="Prioritized Customer Product Requirements"/>
              <xsd:enumeration value="Prioritized Features List"/>
              <xsd:enumeration value="Problem Statement"/>
              <xsd:enumeration value="PROC REV - Process Review"/>
              <xsd:enumeration value="Procedure"/>
              <xsd:enumeration value="Process"/>
              <xsd:enumeration value="Process Flow"/>
              <xsd:enumeration value="Product Change Notice"/>
              <xsd:enumeration value="Product Configuration Specification (PCS)"/>
              <xsd:enumeration value="Product Introduction Plan (PIP)"/>
              <xsd:enumeration value="Product Investigation"/>
              <xsd:enumeration value="Product Proposal"/>
              <xsd:enumeration value="Product Release Roadmap"/>
              <xsd:enumeration value="Product Support Plan (PSP)"/>
              <xsd:enumeration value="Program Change Management Plan"/>
              <xsd:enumeration value="Project Baseline Change Request"/>
              <xsd:enumeration value="Project Change Request"/>
              <xsd:enumeration value="Project Coordination Plan (PCP)"/>
              <xsd:enumeration value="Project Coordination Schedule"/>
              <xsd:enumeration value="Project Initiation Form"/>
              <xsd:enumeration value="Project Plan"/>
              <xsd:enumeration value="Project Postmortem"/>
              <xsd:enumeration value="Project Proposal"/>
              <xsd:enumeration value="Project Schedules"/>
              <xsd:enumeration value="Project Tracking"/>
              <xsd:enumeration value="Project Tracking Form"/>
              <xsd:enumeration value="Prototype Test Plan"/>
              <xsd:enumeration value="Recipe"/>
              <xsd:enumeration value="Regulatory Certifications"/>
              <xsd:enumeration value="Release Notes"/>
              <xsd:enumeration value="Release Promotion Report"/>
              <xsd:enumeration value="Reliability"/>
              <xsd:enumeration value="Report"/>
              <xsd:enumeration value="Request for Quotation (RFQ)"/>
              <xsd:enumeration value="Requirements Analysis Document (RAD)"/>
              <xsd:enumeration value="Requirements Specification"/>
              <xsd:enumeration value="Risk Analysis Report"/>
              <xsd:enumeration value="Risk Management Plan"/>
              <xsd:enumeration value="Risk Tracking Form"/>
              <xsd:enumeration value="Scenario"/>
              <xsd:enumeration value="Schedule"/>
              <xsd:enumeration value="Schematic"/>
              <xsd:enumeration value="SEMI Standards"/>
              <xsd:enumeration value="Service and Manufacturing Engineering Requirements Document (SMERD)"/>
              <xsd:enumeration value="Service Readiness Review Checklist"/>
              <xsd:enumeration value="Service Release Notes"/>
              <xsd:enumeration value="Soft Skills"/>
              <xsd:enumeration value="Software Architecture Specification"/>
              <xsd:enumeration value="Software Baseline Change Request"/>
              <xsd:enumeration value="Software Build Procedure"/>
              <xsd:enumeration value="Software Configuration Management Plan"/>
              <xsd:enumeration value="Software Configuration Management Report"/>
              <xsd:enumeration value="Software Design Document(SDD)"/>
              <xsd:enumeration value="Software Development Schedule"/>
              <xsd:enumeration value="Software Documentation Plan"/>
              <xsd:enumeration value="Software Project Schedule (SPS)"/>
              <xsd:enumeration value="Software Quality Assurance Plan"/>
              <xsd:enumeration value="Software Quality Assurance Reports"/>
              <xsd:enumeration value="Software Quality Control Test Report"/>
              <xsd:enumeration value="Software Release Notes"/>
              <xsd:enumeration value="Software Requirements Specification (SRS)"/>
              <xsd:enumeration value="Software Subcontractor Management Plan"/>
              <xsd:enumeration value="Software Test Cases (STC)"/>
              <xsd:enumeration value="Software Test Plan (STP)"/>
              <xsd:enumeration value="Software Test Procedure (STPR)"/>
              <xsd:enumeration value="Software Test Report"/>
              <xsd:enumeration value="Specification"/>
              <xsd:enumeration value="Standard"/>
              <xsd:enumeration value="Standard Operating Procedure"/>
              <xsd:enumeration value="Statement of Work (SOW)"/>
              <xsd:enumeration value="Status"/>
              <xsd:enumeration value="Status Report"/>
              <xsd:enumeration value="Subcontract Management Document"/>
              <xsd:enumeration value="Subcontract Status Report"/>
              <xsd:enumeration value="Sustaining Engineering Plan"/>
              <xsd:enumeration value="System Design Specification (SDS)"/>
              <xsd:enumeration value="System Notes"/>
              <xsd:enumeration value="System Requirements Document (SRD)"/>
              <xsd:enumeration value="System Test Plan"/>
              <xsd:enumeration value="System Test Plan Schedule"/>
              <xsd:enumeration value="System Test Reports"/>
              <xsd:enumeration value="Task List"/>
              <xsd:enumeration value="Tech Talks"/>
              <xsd:enumeration value="Technical Documentation"/>
              <xsd:enumeration value="Technical Feasibility Report"/>
              <xsd:enumeration value="Technical Notes"/>
              <xsd:enumeration value="Template"/>
              <xsd:enumeration value="Test Case Specification"/>
              <xsd:enumeration value="Test Design Specification"/>
              <xsd:enumeration value="Test Document"/>
              <xsd:enumeration value="Test Logs"/>
              <xsd:enumeration value="Test Procedure"/>
              <xsd:enumeration value="Test Report"/>
              <xsd:enumeration value="Testing Configuration Guide"/>
              <xsd:enumeration value="Theory of Operations"/>
              <xsd:enumeration value="Throughput Investigation Report"/>
              <xsd:enumeration value="Tracking Matrix"/>
              <xsd:enumeration value="Training Documents"/>
              <xsd:enumeration value="Training Plan"/>
              <xsd:enumeration value="Training Record"/>
              <xsd:enumeration value="Transfer Plan"/>
              <xsd:enumeration value="Troubleshooting Notes"/>
              <xsd:enumeration value="UML Document"/>
              <xsd:enumeration value="Unit Test"/>
              <xsd:enumeration value="Unit Test Plan"/>
              <xsd:enumeration value="Upgrade Procedure"/>
              <xsd:enumeration value="Use Case Analysis"/>
              <xsd:enumeration value="Use Case Document"/>
              <xsd:enumeration value="Use Case Document"/>
              <xsd:enumeration value="User Document"/>
              <xsd:enumeration value="User Interface Document"/>
              <xsd:enumeration value="User Manual"/>
              <xsd:enumeration value="Vendor"/>
              <xsd:enumeration value="Waiver Documents"/>
              <xsd:enumeration value="WBS Estimate"/>
              <xsd:enumeration value="Weekly Executive Project Status Report"/>
              <xsd:enumeration value="Weekly Project Status Report"/>
              <xsd:enumeration value="Weekly Report"/>
              <xsd:enumeration value="White Paper"/>
              <xsd:enumeration value="Work Breakdown Structure (WBS)"/>
              <xsd:enumeration value="Work Product Audit Report"/>
            </xsd:restriction>
          </xsd:simpleType>
        </xsd:union>
      </xsd:simpleType>
    </xsd:element>
    <xsd:element name="LinkedDocument" ma:index="7" nillable="true" ma:displayName="Linked Document" ma:internalName="LinkedDocument" ma:readOnly="false">
      <xsd:simpleType>
        <xsd:restriction base="dms:Unknown"/>
      </xsd:simpleType>
    </xsd:element>
    <xsd:element name="_dlc_DocId" ma:index="11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3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ea530-26c9-434f-9e3b-f2557673d3d0" elementFormDefault="qualified">
    <xsd:import namespace="http://schemas.microsoft.com/office/2006/documentManagement/types"/>
    <xsd:import namespace="http://schemas.microsoft.com/office/infopath/2007/PartnerControls"/>
    <xsd:element name="Status" ma:index="8" nillable="true" ma:displayName="Status" ma:default="New Story" ma:format="Dropdown" ma:internalName="Status" ma:readOnly="false">
      <xsd:simpleType>
        <xsd:restriction base="dms:Choice">
          <xsd:enumeration value="New Story"/>
          <xsd:enumeration value="In Progress"/>
          <xsd:enumeration value="Completed"/>
        </xsd:restriction>
      </xsd:simpleType>
    </xsd:element>
    <xsd:element name="MediaServiceMetadata" ma:index="1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1" nillable="true" ma:displayName="MediaServiceAutoTags" ma:description="" ma:internalName="MediaServiceAutoTags" ma:readOnly="true">
      <xsd:simpleType>
        <xsd:restriction base="dms:Text"/>
      </xsd:simpleType>
    </xsd:element>
    <xsd:element name="MediaServiceAutoKeyPoints" ma:index="2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1a0c8b-d3ac-434e-8654-8eb6d5b722d6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5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2DE0FA-0E45-4839-9940-BC70CDC1380F}">
  <ds:schemaRefs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c81a0c8b-d3ac-434e-8654-8eb6d5b722d6"/>
    <ds:schemaRef ds:uri="157ea530-26c9-434f-9e3b-f2557673d3d0"/>
    <ds:schemaRef ds:uri="http://schemas.microsoft.com/office/2006/documentManagement/types"/>
    <ds:schemaRef ds:uri="e550b193-d8bb-4c8a-be85-1a27be44aa36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377D48F-724E-4A5B-8A53-76A34F10B715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5401AFA4-8B05-4C92-960E-5EA06FE1AA3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6EE2C0A6-FEA3-4C13-973B-BCBC931347AB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7140C9B9-2796-4A83-8734-8973A8C199EB}">
  <ds:schemaRefs>
    <ds:schemaRef ds:uri="157ea530-26c9-434f-9e3b-f2557673d3d0"/>
    <ds:schemaRef ds:uri="c81a0c8b-d3ac-434e-8654-8eb6d5b722d6"/>
    <ds:schemaRef ds:uri="e550b193-d8bb-4c8a-be85-1a27be44aa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KLA+ Template</Template>
  <TotalTime>0</TotalTime>
  <Words>610</Words>
  <Application>Microsoft Office PowerPoint</Application>
  <PresentationFormat>Widescreen</PresentationFormat>
  <Paragraphs>409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Wingdings</vt:lpstr>
      <vt:lpstr>KLA+ Template</vt:lpstr>
      <vt:lpstr>UNHACK ’25  Die Analyzer</vt:lpstr>
      <vt:lpstr>Chip from a wafer</vt:lpstr>
      <vt:lpstr>Wafer and Die</vt:lpstr>
      <vt:lpstr>Wafer fabrication process</vt:lpstr>
      <vt:lpstr>Inspection Overview</vt:lpstr>
      <vt:lpstr>Wafer Map Representation – (Matrix.csv)</vt:lpstr>
      <vt:lpstr>Ink file Overview</vt:lpstr>
      <vt:lpstr>Apply Ink file on Wafer map</vt:lpstr>
      <vt:lpstr>Interpreting Orientation</vt:lpstr>
      <vt:lpstr>Milestone #1 – Rotate</vt:lpstr>
      <vt:lpstr>Validator Usage</vt:lpstr>
      <vt:lpstr>All the best!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Lim, Alex (Teng-Song)</dc:creator>
  <cp:lastModifiedBy>Sukumar, Krithika</cp:lastModifiedBy>
  <cp:revision>3</cp:revision>
  <dcterms:created xsi:type="dcterms:W3CDTF">2019-04-18T15:02:08Z</dcterms:created>
  <dcterms:modified xsi:type="dcterms:W3CDTF">2025-07-23T11:19:03Z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0x010100ABCCD4000A9A3241BCE7DA4468F79DF4008501F8FE4E8F3544B773C188FE874201</vt:lpwstr>
  </property>
  <property fmtid="{D5CDD505-2E9C-101B-9397-08002B2CF9AE}" pid="3" name="_dlc_DocIdItemGuid">
    <vt:lpwstr>0069f5eb-f173-4776-b748-9da1ae065648</vt:lpwstr>
  </property>
</Properties>
</file>